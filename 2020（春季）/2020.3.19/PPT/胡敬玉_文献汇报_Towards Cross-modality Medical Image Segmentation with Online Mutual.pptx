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</p:sldMasterIdLst>
  <p:notesMasterIdLst>
    <p:notesMasterId r:id="rId13"/>
  </p:notesMasterIdLst>
  <p:handoutMasterIdLst>
    <p:handoutMasterId r:id="rId14"/>
  </p:handoutMasterIdLst>
  <p:sldIdLst>
    <p:sldId id="303" r:id="rId2"/>
    <p:sldId id="355" r:id="rId3"/>
    <p:sldId id="360" r:id="rId4"/>
    <p:sldId id="363" r:id="rId5"/>
    <p:sldId id="364" r:id="rId6"/>
    <p:sldId id="358" r:id="rId7"/>
    <p:sldId id="365" r:id="rId8"/>
    <p:sldId id="366" r:id="rId9"/>
    <p:sldId id="368" r:id="rId10"/>
    <p:sldId id="367" r:id="rId11"/>
    <p:sldId id="353" r:id="rId12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orient="horz" pos="232" userDrawn="1">
          <p15:clr>
            <a:srgbClr val="A4A3A4"/>
          </p15:clr>
        </p15:guide>
        <p15:guide id="4" orient="horz" pos="4088" userDrawn="1">
          <p15:clr>
            <a:srgbClr val="A4A3A4"/>
          </p15:clr>
        </p15:guide>
        <p15:guide id="5" pos="5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00CC66"/>
    <a:srgbClr val="000099"/>
    <a:srgbClr val="6600FF"/>
    <a:srgbClr val="33CC33"/>
    <a:srgbClr val="009999"/>
    <a:srgbClr val="FF3300"/>
    <a:srgbClr val="FFFFFF"/>
    <a:srgbClr val="FF0000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38" autoAdjust="0"/>
    <p:restoredTop sz="96408" autoAdjust="0"/>
  </p:normalViewPr>
  <p:slideViewPr>
    <p:cSldViewPr snapToGrid="0" snapToObjects="1">
      <p:cViewPr varScale="1">
        <p:scale>
          <a:sx n="54" d="100"/>
          <a:sy n="54" d="100"/>
        </p:scale>
        <p:origin x="408" y="48"/>
      </p:cViewPr>
      <p:guideLst>
        <p:guide pos="3840"/>
        <p:guide orient="horz" pos="2160"/>
        <p:guide orient="horz" pos="232"/>
        <p:guide orient="horz" pos="4088"/>
        <p:guide pos="57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333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 Jingyu" userId="a629a903dcfda7ce" providerId="LiveId" clId="{6E42EEB3-0F62-4E46-9204-E82A6D0FFED7}"/>
    <pc:docChg chg="undo custSel addSld delSld modSld">
      <pc:chgData name="Hu Jingyu" userId="a629a903dcfda7ce" providerId="LiveId" clId="{6E42EEB3-0F62-4E46-9204-E82A6D0FFED7}" dt="2019-09-03T08:54:10.887" v="445" actId="1076"/>
      <pc:docMkLst>
        <pc:docMk/>
      </pc:docMkLst>
      <pc:sldChg chg="addSp modSp">
        <pc:chgData name="Hu Jingyu" userId="a629a903dcfda7ce" providerId="LiveId" clId="{6E42EEB3-0F62-4E46-9204-E82A6D0FFED7}" dt="2019-09-03T08:54:10.887" v="445" actId="1076"/>
        <pc:sldMkLst>
          <pc:docMk/>
          <pc:sldMk cId="621215762" sldId="387"/>
        </pc:sldMkLst>
        <pc:spChg chg="add mod">
          <ac:chgData name="Hu Jingyu" userId="a629a903dcfda7ce" providerId="LiveId" clId="{6E42EEB3-0F62-4E46-9204-E82A6D0FFED7}" dt="2019-09-03T08:54:10.887" v="445" actId="1076"/>
          <ac:spMkLst>
            <pc:docMk/>
            <pc:sldMk cId="621215762" sldId="387"/>
            <ac:spMk id="4" creationId="{3190080E-7536-4D53-BE08-3EFFA7EF819D}"/>
          </ac:spMkLst>
        </pc:spChg>
      </pc:sldChg>
      <pc:sldChg chg="addSp modSp">
        <pc:chgData name="Hu Jingyu" userId="a629a903dcfda7ce" providerId="LiveId" clId="{6E42EEB3-0F62-4E46-9204-E82A6D0FFED7}" dt="2019-09-03T07:37:53.133" v="27" actId="1076"/>
        <pc:sldMkLst>
          <pc:docMk/>
          <pc:sldMk cId="202914713" sldId="388"/>
        </pc:sldMkLst>
        <pc:spChg chg="add mod">
          <ac:chgData name="Hu Jingyu" userId="a629a903dcfda7ce" providerId="LiveId" clId="{6E42EEB3-0F62-4E46-9204-E82A6D0FFED7}" dt="2019-09-03T07:37:53.133" v="27" actId="1076"/>
          <ac:spMkLst>
            <pc:docMk/>
            <pc:sldMk cId="202914713" sldId="388"/>
            <ac:spMk id="3" creationId="{10BF996B-7050-4B6A-BE5D-ED0B2CA913E7}"/>
          </ac:spMkLst>
        </pc:spChg>
      </pc:sldChg>
      <pc:sldChg chg="addSp modSp">
        <pc:chgData name="Hu Jingyu" userId="a629a903dcfda7ce" providerId="LiveId" clId="{6E42EEB3-0F62-4E46-9204-E82A6D0FFED7}" dt="2019-09-03T07:33:18.358" v="14" actId="1076"/>
        <pc:sldMkLst>
          <pc:docMk/>
          <pc:sldMk cId="1228813056" sldId="389"/>
        </pc:sldMkLst>
        <pc:spChg chg="add mod">
          <ac:chgData name="Hu Jingyu" userId="a629a903dcfda7ce" providerId="LiveId" clId="{6E42EEB3-0F62-4E46-9204-E82A6D0FFED7}" dt="2019-09-03T07:33:18.358" v="14" actId="1076"/>
          <ac:spMkLst>
            <pc:docMk/>
            <pc:sldMk cId="1228813056" sldId="389"/>
            <ac:spMk id="3" creationId="{6B61952B-2046-4671-9A30-1822114C9634}"/>
          </ac:spMkLst>
        </pc:spChg>
      </pc:sldChg>
      <pc:sldChg chg="addSp modSp">
        <pc:chgData name="Hu Jingyu" userId="a629a903dcfda7ce" providerId="LiveId" clId="{6E42EEB3-0F62-4E46-9204-E82A6D0FFED7}" dt="2019-09-03T07:31:16.547" v="7" actId="20577"/>
        <pc:sldMkLst>
          <pc:docMk/>
          <pc:sldMk cId="825811426" sldId="390"/>
        </pc:sldMkLst>
        <pc:spChg chg="add mod">
          <ac:chgData name="Hu Jingyu" userId="a629a903dcfda7ce" providerId="LiveId" clId="{6E42EEB3-0F62-4E46-9204-E82A6D0FFED7}" dt="2019-09-03T07:31:16.547" v="7" actId="20577"/>
          <ac:spMkLst>
            <pc:docMk/>
            <pc:sldMk cId="825811426" sldId="390"/>
            <ac:spMk id="3" creationId="{A31E6083-E0E7-4119-B998-E2D68DB5555B}"/>
          </ac:spMkLst>
        </pc:spChg>
      </pc:sldChg>
      <pc:sldChg chg="addSp modSp">
        <pc:chgData name="Hu Jingyu" userId="a629a903dcfda7ce" providerId="LiveId" clId="{6E42EEB3-0F62-4E46-9204-E82A6D0FFED7}" dt="2019-09-03T08:06:58.711" v="176" actId="1076"/>
        <pc:sldMkLst>
          <pc:docMk/>
          <pc:sldMk cId="1605259674" sldId="392"/>
        </pc:sldMkLst>
        <pc:spChg chg="add mod">
          <ac:chgData name="Hu Jingyu" userId="a629a903dcfda7ce" providerId="LiveId" clId="{6E42EEB3-0F62-4E46-9204-E82A6D0FFED7}" dt="2019-09-03T07:38:14.013" v="34" actId="1076"/>
          <ac:spMkLst>
            <pc:docMk/>
            <pc:sldMk cId="1605259674" sldId="392"/>
            <ac:spMk id="3" creationId="{96FB616E-CE6B-436E-9624-AAC50D9757F5}"/>
          </ac:spMkLst>
        </pc:spChg>
        <pc:spChg chg="add mod">
          <ac:chgData name="Hu Jingyu" userId="a629a903dcfda7ce" providerId="LiveId" clId="{6E42EEB3-0F62-4E46-9204-E82A6D0FFED7}" dt="2019-09-03T08:06:58.711" v="176" actId="1076"/>
          <ac:spMkLst>
            <pc:docMk/>
            <pc:sldMk cId="1605259674" sldId="392"/>
            <ac:spMk id="4" creationId="{A0F610A6-3EEF-4E55-917B-8FB3D90A5069}"/>
          </ac:spMkLst>
        </pc:spChg>
      </pc:sldChg>
      <pc:sldChg chg="addSp delSp modSp del">
        <pc:chgData name="Hu Jingyu" userId="a629a903dcfda7ce" providerId="LiveId" clId="{6E42EEB3-0F62-4E46-9204-E82A6D0FFED7}" dt="2019-09-03T08:07:31.045" v="177" actId="2696"/>
        <pc:sldMkLst>
          <pc:docMk/>
          <pc:sldMk cId="3747303549" sldId="393"/>
        </pc:sldMkLst>
        <pc:spChg chg="add del mod">
          <ac:chgData name="Hu Jingyu" userId="a629a903dcfda7ce" providerId="LiveId" clId="{6E42EEB3-0F62-4E46-9204-E82A6D0FFED7}" dt="2019-09-03T08:06:49.090" v="174"/>
          <ac:spMkLst>
            <pc:docMk/>
            <pc:sldMk cId="3747303549" sldId="393"/>
            <ac:spMk id="3" creationId="{1BB166A6-D818-40A0-8838-B19A7377094D}"/>
          </ac:spMkLst>
        </pc:spChg>
      </pc:sldChg>
      <pc:sldChg chg="addSp modSp add">
        <pc:chgData name="Hu Jingyu" userId="a629a903dcfda7ce" providerId="LiveId" clId="{6E42EEB3-0F62-4E46-9204-E82A6D0FFED7}" dt="2019-09-03T07:51:22.340" v="125" actId="1076"/>
        <pc:sldMkLst>
          <pc:docMk/>
          <pc:sldMk cId="1534956624" sldId="394"/>
        </pc:sldMkLst>
        <pc:spChg chg="mod">
          <ac:chgData name="Hu Jingyu" userId="a629a903dcfda7ce" providerId="LiveId" clId="{6E42EEB3-0F62-4E46-9204-E82A6D0FFED7}" dt="2019-09-03T07:50:56.881" v="114"/>
          <ac:spMkLst>
            <pc:docMk/>
            <pc:sldMk cId="1534956624" sldId="394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1:22.340" v="125" actId="1076"/>
          <ac:spMkLst>
            <pc:docMk/>
            <pc:sldMk cId="1534956624" sldId="394"/>
            <ac:spMk id="3" creationId="{B07ABF6C-9E6F-4734-9E15-D0BB537694CE}"/>
          </ac:spMkLst>
        </pc:spChg>
      </pc:sldChg>
      <pc:sldChg chg="addSp modSp add">
        <pc:chgData name="Hu Jingyu" userId="a629a903dcfda7ce" providerId="LiveId" clId="{6E42EEB3-0F62-4E46-9204-E82A6D0FFED7}" dt="2019-09-03T08:09:11.083" v="178" actId="1076"/>
        <pc:sldMkLst>
          <pc:docMk/>
          <pc:sldMk cId="3765175752" sldId="395"/>
        </pc:sldMkLst>
        <pc:spChg chg="mod">
          <ac:chgData name="Hu Jingyu" userId="a629a903dcfda7ce" providerId="LiveId" clId="{6E42EEB3-0F62-4E46-9204-E82A6D0FFED7}" dt="2019-09-03T07:44:26.867" v="70"/>
          <ac:spMkLst>
            <pc:docMk/>
            <pc:sldMk cId="3765175752" sldId="395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0:16.736" v="111" actId="1076"/>
          <ac:spMkLst>
            <pc:docMk/>
            <pc:sldMk cId="3765175752" sldId="395"/>
            <ac:spMk id="3" creationId="{F7883086-7CBD-4744-B7BF-86A1B79AC908}"/>
          </ac:spMkLst>
        </pc:spChg>
        <pc:picChg chg="add mod">
          <ac:chgData name="Hu Jingyu" userId="a629a903dcfda7ce" providerId="LiveId" clId="{6E42EEB3-0F62-4E46-9204-E82A6D0FFED7}" dt="2019-09-03T08:09:11.083" v="178" actId="1076"/>
          <ac:picMkLst>
            <pc:docMk/>
            <pc:sldMk cId="3765175752" sldId="395"/>
            <ac:picMk id="4" creationId="{56499835-0934-4054-9652-844B24E22FAD}"/>
          </ac:picMkLst>
        </pc:picChg>
      </pc:sldChg>
      <pc:sldChg chg="addSp modSp add">
        <pc:chgData name="Hu Jingyu" userId="a629a903dcfda7ce" providerId="LiveId" clId="{6E42EEB3-0F62-4E46-9204-E82A6D0FFED7}" dt="2019-09-03T07:49:29.969" v="96" actId="1076"/>
        <pc:sldMkLst>
          <pc:docMk/>
          <pc:sldMk cId="3104798851" sldId="396"/>
        </pc:sldMkLst>
        <pc:spChg chg="mod">
          <ac:chgData name="Hu Jingyu" userId="a629a903dcfda7ce" providerId="LiveId" clId="{6E42EEB3-0F62-4E46-9204-E82A6D0FFED7}" dt="2019-09-03T07:44:20.510" v="67"/>
          <ac:spMkLst>
            <pc:docMk/>
            <pc:sldMk cId="3104798851" sldId="396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47:00.617" v="86" actId="1076"/>
          <ac:spMkLst>
            <pc:docMk/>
            <pc:sldMk cId="3104798851" sldId="396"/>
            <ac:spMk id="3" creationId="{B3F138F4-DF61-44E0-8373-BCC62B0B9A6A}"/>
          </ac:spMkLst>
        </pc:spChg>
        <pc:spChg chg="add mod">
          <ac:chgData name="Hu Jingyu" userId="a629a903dcfda7ce" providerId="LiveId" clId="{6E42EEB3-0F62-4E46-9204-E82A6D0FFED7}" dt="2019-09-03T07:49:29.969" v="96" actId="1076"/>
          <ac:spMkLst>
            <pc:docMk/>
            <pc:sldMk cId="3104798851" sldId="396"/>
            <ac:spMk id="4" creationId="{ABBE1C4F-B617-4282-B5F3-90A960FA4AC9}"/>
          </ac:spMkLst>
        </pc:spChg>
      </pc:sldChg>
      <pc:sldChg chg="addSp modSp add">
        <pc:chgData name="Hu Jingyu" userId="a629a903dcfda7ce" providerId="LiveId" clId="{6E42EEB3-0F62-4E46-9204-E82A6D0FFED7}" dt="2019-09-03T07:40:34.012" v="64" actId="6549"/>
        <pc:sldMkLst>
          <pc:docMk/>
          <pc:sldMk cId="1362252455" sldId="397"/>
        </pc:sldMkLst>
        <pc:spChg chg="add mod">
          <ac:chgData name="Hu Jingyu" userId="a629a903dcfda7ce" providerId="LiveId" clId="{6E42EEB3-0F62-4E46-9204-E82A6D0FFED7}" dt="2019-09-03T07:40:34.012" v="64" actId="6549"/>
          <ac:spMkLst>
            <pc:docMk/>
            <pc:sldMk cId="1362252455" sldId="397"/>
            <ac:spMk id="3" creationId="{9D6FD71D-1783-4906-BAD2-55F550349ED9}"/>
          </ac:spMkLst>
        </pc:spChg>
      </pc:sldChg>
      <pc:sldChg chg="addSp modSp add">
        <pc:chgData name="Hu Jingyu" userId="a629a903dcfda7ce" providerId="LiveId" clId="{6E42EEB3-0F62-4E46-9204-E82A6D0FFED7}" dt="2019-09-03T07:57:50.068" v="150" actId="1076"/>
        <pc:sldMkLst>
          <pc:docMk/>
          <pc:sldMk cId="1270727125" sldId="398"/>
        </pc:sldMkLst>
        <pc:spChg chg="mod">
          <ac:chgData name="Hu Jingyu" userId="a629a903dcfda7ce" providerId="LiveId" clId="{6E42EEB3-0F62-4E46-9204-E82A6D0FFED7}" dt="2019-09-03T07:56:23.545" v="134"/>
          <ac:spMkLst>
            <pc:docMk/>
            <pc:sldMk cId="1270727125" sldId="398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7:44.342" v="149" actId="20577"/>
          <ac:spMkLst>
            <pc:docMk/>
            <pc:sldMk cId="1270727125" sldId="398"/>
            <ac:spMk id="3" creationId="{861B139A-06BA-4BA7-8A7C-31E34F99CDBE}"/>
          </ac:spMkLst>
        </pc:spChg>
        <pc:spChg chg="add mod">
          <ac:chgData name="Hu Jingyu" userId="a629a903dcfda7ce" providerId="LiveId" clId="{6E42EEB3-0F62-4E46-9204-E82A6D0FFED7}" dt="2019-09-03T07:57:50.068" v="150" actId="1076"/>
          <ac:spMkLst>
            <pc:docMk/>
            <pc:sldMk cId="1270727125" sldId="398"/>
            <ac:spMk id="4" creationId="{B4C0E018-C39A-44F2-9144-4D9620D5D158}"/>
          </ac:spMkLst>
        </pc:spChg>
      </pc:sldChg>
      <pc:sldChg chg="addSp modSp add">
        <pc:chgData name="Hu Jingyu" userId="a629a903dcfda7ce" providerId="LiveId" clId="{6E42EEB3-0F62-4E46-9204-E82A6D0FFED7}" dt="2019-09-03T07:59:11.116" v="170" actId="20577"/>
        <pc:sldMkLst>
          <pc:docMk/>
          <pc:sldMk cId="202885516" sldId="399"/>
        </pc:sldMkLst>
        <pc:spChg chg="mod">
          <ac:chgData name="Hu Jingyu" userId="a629a903dcfda7ce" providerId="LiveId" clId="{6E42EEB3-0F62-4E46-9204-E82A6D0FFED7}" dt="2019-09-03T07:57:16.504" v="144"/>
          <ac:spMkLst>
            <pc:docMk/>
            <pc:sldMk cId="202885516" sldId="399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9:11.116" v="170" actId="20577"/>
          <ac:spMkLst>
            <pc:docMk/>
            <pc:sldMk cId="202885516" sldId="399"/>
            <ac:spMk id="3" creationId="{80BF2900-A985-4096-A2CB-FA209A58A7D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E08C6-A8D6-4426-B0F6-8365D5E90C3D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5310C-31F2-4F7E-95AC-1A51EFB82A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4314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0-03-19T06:17:07.8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8026 12788 0,'35'0'16,"-18"0"0,36 0-16,53 0 15,18-18-15,52-17 16,-17 35-16,17 0 16,-123 0-16,53-18 15,-36-17-15,19 35 16,-19 0-16,18 0 15,71-18-15,-35 18 16,-1 0-16,-52 0 16,52 0-16,-35 0 15,-17 0-15,-36 0 16,-17 0-16,17 0 31,-17 0-31,52 0 16,1-53-1,-36 53 1,-17 0 31,-1-17-16,-17-1-15,0-35-16,0-35 15,-35-88 1,-71 105-16,-123-52 16</inkml:trace>
  <inkml:trace contextRef="#ctx0" brushRef="#br0" timeOffset="2223.78">3951 5027 0,'-106'0'15,"0"0"-15,1 88 16,34-35-16,53-35 15,1-18 1,-19 35-16,19-17 16,-36 17-16,0-18 15,-53 89 1,53 0-16,0 71 16,0-36-16,53 17 0,-35 19 15,35-107 1,0 54-16,-53-18 15,53 17-15,-17-52 16,17-36-16,0 0 16,0 18-16,0 35 15,0 71 1,0-71-16,0 36 16,0 34-16,-18 19 15,-17-1-15,35-17 16,-36-18-16,36-70 15,0 17-15,0 35 16,0 1-16,0-1 16,0 18-16,0 18 15,0-71-15,0 71 16,0-36-16,-17-17 16,17-35-16,0-18 15,-53 17-15,53 36 16,0-53-16,0 53 15,0 0-15,0-36 16,0 18-16,0 106 16,0-17-16,-18-1 15,-17-52 1,17-54-16,18 1 16,0-18-16,0 53 15,0-18-15,0-18 16,0 18-16,0 36 15,-35 52-15,35-17 16,0 17-16,0-17 16,0-88-16,0-36 15,0 0-15,0 18 16,0-35-16,0 17 16,0-17-16,0 35 15,0-18-15,0 35 16,0 1-16,0 0 15,0-36-15,18 88 16,52-17-16,-70-35 16,53-1-16,-35-34 15,70 105-15,-18-36 16,19 37-16,16-37 16,19 54-16,-53-88 15,52 35 1,-35-54-16,-17 1 15,35-35-15,35 35 16,17-18-16,19-17 16,-54-18-16,-70 53 15,-35-53-15,-1 0 16,1 0-16,0 0 16,70 0-16,-53-71 0,18 1 15,-35-54-15,70-70 16,-88 71-16,0-36 15,35 18 1,-35 53-16,18-53 16,17-18-1,36-106-15,-18-35 0,17 18 16,1-53-16,-36-35 16,-35-1-16,0 1 15,0 88-15,0 70 16,0 36-16,0 17 15,0 35-15,18-17 16,17 0-16,-35 18 16,0-36-16,0-53 15,0-158 1,0 88-16,0 70 0,0-105 16,0 246-1,0 18 1,0 18-16,-35-71 15,35-70-15,-53 52 16,17 18-16,-16-35 16,-1-35-16,17-1 15,36 124-15,0-17 16,0 35-16,0-36 16,0-17-16,-17-53 15,-71-36-15,-1 36 16,1 0-16,35 0 15,-35 0-15,88 88 16,0 18-16,0 17 16,0-17-16,-18 17 15,18-17 17</inkml:trace>
  <inkml:trace contextRef="#ctx0" brushRef="#br0" timeOffset="3360.95">6438 12188 0,'0'18'32,"141"-18"-32,-17 0 15,52 0-15,-88 0 16,0 0-16,1 0 16,16 0-16,-52 0 15,18 0-15,-36 0 16,18 0-16,-18 0 15,36 0-15,-18-18 16,17 18-16,1 0 16,-1 0-16,-34 0 15,-19 0-15,36-18 16,0 18-16,-35 0 16,17 0-1,-17 0 1,-1 0 15,19 0-31,-19 0 16,1 0-1,0-17 1,-18-1 0,0-17 30,0 17-30</inkml:trace>
  <inkml:trace contextRef="#ctx0" brushRef="#br0" timeOffset="4291.39">7884 11712 0,'53'0'47,"18"88"-47,-53-70 15,17 52-15,-18-52 16,107 17-16,-106-17 47,-1-1-32,1 1 1,-1 0 62,-17 17-31,18-17 0,-36 34-32,-52-34 1,-1 70-16,36-52 16,-18-1-16,53-18 15,-17 1-15,-1 0 16,18-1 31,0 36 78</inkml:trace>
  <inkml:trace contextRef="#ctx0" brushRef="#br0" timeOffset="10916.57">16633 4586 0,'0'-18'47,"141"-35"-31,-53 36-16,89-19 15,-1-16-15,1 16 16,-1-17-16,-35 18 15,-106 35 1,36 0 0,-18 0-16,-36 0 15,19 0-15,-19 0 16,36 0 0,71 0-16,-54 0 0,1 0 15,17-18-15,-70 1 31</inkml:trace>
  <inkml:trace contextRef="#ctx0" brushRef="#br0" timeOffset="11879.13">16563 11782 0,'17'0'31,"18"0"-15,36 0-1,70 0 1,-70 0-16,52 0 16,54 0-16,17 0 15,-18 0-15,-105 0 16,-54 0-16,18 0 16,-17 0-16,17 0 15,1 0-15,-1 0 16,18 0-1,-36 0 1,1 0 0,0 0-16,35 18 15,17-18-15,-17 0 16,-35 0 0,35 0 15,-36-53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CA7BF-183C-46C8-9282-AFD276260CB2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2F600-D6BF-48F3-BE94-005CF5FB9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9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556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469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364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/>
        </p:blipFill>
        <p:spPr>
          <a:xfrm>
            <a:off x="952455" y="-12701"/>
            <a:ext cx="1049298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975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/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075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/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101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/>
        </p:blipFill>
        <p:spPr>
          <a:xfrm>
            <a:off x="7739212" y="-4813"/>
            <a:ext cx="4452788" cy="68628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327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/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74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00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5" r:id="rId2"/>
    <p:sldLayoutId id="2147483684" r:id="rId3"/>
    <p:sldLayoutId id="2147483679" r:id="rId4"/>
    <p:sldLayoutId id="2147483680" r:id="rId5"/>
    <p:sldLayoutId id="2147483681" r:id="rId6"/>
    <p:sldLayoutId id="2147483682" r:id="rId7"/>
    <p:sldLayoutId id="214748368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1120051"/>
            <a:ext cx="106375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4800" dirty="0"/>
              <a:t>K. Li, L. Yu, S. Wang, and P.-A. Heng, “</a:t>
            </a:r>
            <a:r>
              <a:rPr lang="en-US" altLang="zh-CN" sz="4800" dirty="0">
                <a:solidFill>
                  <a:srgbClr val="ED7D31"/>
                </a:solidFill>
              </a:rPr>
              <a:t>Towards Cross-modality Medical Image Segmentation with Online Mutual Knowledge Distillation</a:t>
            </a:r>
            <a:r>
              <a:rPr lang="en-US" altLang="zh-CN" sz="4800" dirty="0"/>
              <a:t>,” In AAAI,</a:t>
            </a:r>
            <a:r>
              <a:rPr lang="zh-CN" altLang="en-US" sz="4800" dirty="0"/>
              <a:t> </a:t>
            </a:r>
            <a:r>
              <a:rPr lang="en-US" altLang="zh-CN" sz="4800" dirty="0"/>
              <a:t>2020.</a:t>
            </a:r>
            <a:endParaRPr lang="en-US" altLang="zh-CN" sz="4800" dirty="0">
              <a:effectLst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350B59-A3A8-4AD6-B825-430150444B30}"/>
              </a:ext>
            </a:extLst>
          </p:cNvPr>
          <p:cNvSpPr txBox="1"/>
          <p:nvPr/>
        </p:nvSpPr>
        <p:spPr>
          <a:xfrm>
            <a:off x="9265920" y="5473531"/>
            <a:ext cx="25501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+mn-ea"/>
              </a:rPr>
              <a:t>2020.3.19</a:t>
            </a:r>
          </a:p>
          <a:p>
            <a:pPr algn="ctr"/>
            <a:r>
              <a:rPr lang="zh-CN" altLang="en-US" sz="3200" dirty="0">
                <a:latin typeface="+mn-ea"/>
              </a:rPr>
              <a:t>胡敬玉</a:t>
            </a:r>
          </a:p>
        </p:txBody>
      </p:sp>
    </p:spTree>
    <p:extLst>
      <p:ext uri="{BB962C8B-B14F-4D97-AF65-F5344CB8AC3E}">
        <p14:creationId xmlns:p14="http://schemas.microsoft.com/office/powerpoint/2010/main" val="1301920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FECA393-8BDB-4612-8456-D3CBAF56DD64}"/>
              </a:ext>
            </a:extLst>
          </p:cNvPr>
          <p:cNvSpPr txBox="1"/>
          <p:nvPr/>
        </p:nvSpPr>
        <p:spPr>
          <a:xfrm>
            <a:off x="1239520" y="195615"/>
            <a:ext cx="2773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出发点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D335BD-B977-4439-858A-B650C63ABF49}"/>
              </a:ext>
            </a:extLst>
          </p:cNvPr>
          <p:cNvSpPr txBox="1"/>
          <p:nvPr/>
        </p:nvSpPr>
        <p:spPr>
          <a:xfrm>
            <a:off x="2062480" y="1136352"/>
            <a:ext cx="8534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l"/>
            </a:pPr>
            <a:r>
              <a:rPr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采用多种模态医学图像检测</a:t>
            </a:r>
            <a:endParaRPr lang="en-US" altLang="zh-CN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just">
              <a:buFont typeface="Wingdings" panose="05000000000000000000" pitchFamily="2" charset="2"/>
              <a:buChar char="l"/>
            </a:pPr>
            <a:r>
              <a:rPr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不同模态具有不同的信息</a:t>
            </a:r>
          </a:p>
        </p:txBody>
      </p:sp>
      <p:sp>
        <p:nvSpPr>
          <p:cNvPr id="6" name="箭头: 下 5">
            <a:extLst>
              <a:ext uri="{FF2B5EF4-FFF2-40B4-BE49-F238E27FC236}">
                <a16:creationId xmlns:a16="http://schemas.microsoft.com/office/drawing/2014/main" id="{28C85458-3F95-4F2E-9610-62D8B9E60887}"/>
              </a:ext>
            </a:extLst>
          </p:cNvPr>
          <p:cNvSpPr/>
          <p:nvPr/>
        </p:nvSpPr>
        <p:spPr>
          <a:xfrm>
            <a:off x="5659120" y="3223622"/>
            <a:ext cx="670560" cy="85344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DB879F-8627-4043-9F40-ECF84876BA76}"/>
              </a:ext>
            </a:extLst>
          </p:cNvPr>
          <p:cNvSpPr txBox="1"/>
          <p:nvPr/>
        </p:nvSpPr>
        <p:spPr>
          <a:xfrm>
            <a:off x="2214880" y="4254252"/>
            <a:ext cx="8534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通过一个模态上的先验知识提高另一个模态上的分割性能</a:t>
            </a:r>
          </a:p>
        </p:txBody>
      </p:sp>
    </p:spTree>
    <p:extLst>
      <p:ext uri="{BB962C8B-B14F-4D97-AF65-F5344CB8AC3E}">
        <p14:creationId xmlns:p14="http://schemas.microsoft.com/office/powerpoint/2010/main" val="595342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24D4835-7849-4DE4-B9E1-AE5701383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" y="377393"/>
            <a:ext cx="11998960" cy="634757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9415475-9F68-4298-87B0-9884DBB0B939}"/>
                  </a:ext>
                </a:extLst>
              </p14:cNvPr>
              <p14:cNvContentPartPr/>
              <p14:nvPr/>
            </p14:nvContentPartPr>
            <p14:xfrm>
              <a:off x="984240" y="1530360"/>
              <a:ext cx="5626440" cy="358164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9415475-9F68-4298-87B0-9884DBB0B9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4880" y="1521000"/>
                <a:ext cx="5645160" cy="360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2802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658E49E-1283-4BC9-BCE7-29441F50DF76}"/>
              </a:ext>
            </a:extLst>
          </p:cNvPr>
          <p:cNvSpPr txBox="1"/>
          <p:nvPr/>
        </p:nvSpPr>
        <p:spPr>
          <a:xfrm>
            <a:off x="1239520" y="195615"/>
            <a:ext cx="701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000099"/>
                </a:solidFill>
              </a:rPr>
              <a:t>Image Alignment Module</a:t>
            </a:r>
            <a:r>
              <a:rPr lang="zh-CN" altLang="en-US" sz="3600" dirty="0">
                <a:solidFill>
                  <a:srgbClr val="000099"/>
                </a:solidFill>
              </a:rPr>
              <a:t>（</a:t>
            </a:r>
            <a:r>
              <a:rPr lang="en-US" altLang="zh-CN" sz="3600" dirty="0">
                <a:solidFill>
                  <a:srgbClr val="000099"/>
                </a:solidFill>
              </a:rPr>
              <a:t>IAM</a:t>
            </a:r>
            <a:r>
              <a:rPr lang="zh-CN" altLang="en-US" sz="3600" dirty="0">
                <a:solidFill>
                  <a:srgbClr val="000099"/>
                </a:solidFill>
              </a:rPr>
              <a:t>）</a:t>
            </a:r>
            <a:endParaRPr lang="en-US" altLang="zh-CN" sz="3600" dirty="0">
              <a:solidFill>
                <a:srgbClr val="000099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DB901C4-9A01-484B-AE55-0284DB753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275" y="1041856"/>
            <a:ext cx="7484520" cy="11374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B9C761A-B549-49A7-A244-A3BC9522E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275" y="2328230"/>
            <a:ext cx="7416670" cy="99949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B78E4C0-76A2-4E78-863F-E58367E10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0295" y="3574733"/>
            <a:ext cx="8525435" cy="124079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64CA7DE-CFC0-4105-A870-4AC5968C2B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1784" y="3906064"/>
            <a:ext cx="4233471" cy="56344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664F377-CDE4-4BED-953A-9370DB41BB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0605" y="5102493"/>
            <a:ext cx="8374126" cy="123437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7D2DBEA-DE10-4D02-A287-25E6D10E17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231" y="1041856"/>
            <a:ext cx="3051810" cy="162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488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A0CC5C1-5361-442F-94DC-DA7BE7DFAFFA}"/>
              </a:ext>
            </a:extLst>
          </p:cNvPr>
          <p:cNvSpPr txBox="1"/>
          <p:nvPr/>
        </p:nvSpPr>
        <p:spPr>
          <a:xfrm>
            <a:off x="1239520" y="124495"/>
            <a:ext cx="7985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000099"/>
                </a:solidFill>
              </a:rPr>
              <a:t>Mutual Knowledge Distillation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AAD0F9-A644-4052-944D-7DFC7F581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192" y="1227089"/>
            <a:ext cx="7200658" cy="257248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0EAC154-B734-49B9-82B9-7F20DFAAA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52" y="3905785"/>
            <a:ext cx="11389935" cy="126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733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295D1B9-42F1-4D82-B360-342A066EB41C}"/>
              </a:ext>
            </a:extLst>
          </p:cNvPr>
          <p:cNvSpPr txBox="1"/>
          <p:nvPr/>
        </p:nvSpPr>
        <p:spPr>
          <a:xfrm>
            <a:off x="223520" y="2166655"/>
            <a:ext cx="5364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000099"/>
                </a:solidFill>
              </a:rPr>
              <a:t>Online Mutual Training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22DB51D-6690-4EFE-B5AD-6AD62CC94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709" y="180217"/>
            <a:ext cx="5926891" cy="663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157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CA038DA-92BA-4189-A6AC-C10DEB74C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773" y="100332"/>
            <a:ext cx="8415507" cy="675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624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EABCD14-2A09-4100-AB55-6D7A7ED9F348}"/>
              </a:ext>
            </a:extLst>
          </p:cNvPr>
          <p:cNvSpPr txBox="1"/>
          <p:nvPr/>
        </p:nvSpPr>
        <p:spPr>
          <a:xfrm>
            <a:off x="1239520" y="195615"/>
            <a:ext cx="5364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实验</a:t>
            </a:r>
            <a:endParaRPr lang="en-US" altLang="zh-CN" sz="3600" dirty="0">
              <a:solidFill>
                <a:srgbClr val="000099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A12EEB9-A59F-4271-A3B7-A85EE7791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623" y="1203704"/>
            <a:ext cx="6792754" cy="545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939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87F93BE-82C9-44BE-A428-39F22A9B6B94}"/>
              </a:ext>
            </a:extLst>
          </p:cNvPr>
          <p:cNvSpPr txBox="1"/>
          <p:nvPr/>
        </p:nvSpPr>
        <p:spPr>
          <a:xfrm>
            <a:off x="1239520" y="195615"/>
            <a:ext cx="5364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实验</a:t>
            </a:r>
            <a:endParaRPr lang="en-US" altLang="zh-CN" sz="3600" dirty="0">
              <a:solidFill>
                <a:srgbClr val="000099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ED551AA-72E7-4085-B3B6-62BBDCF2E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297" y="851397"/>
            <a:ext cx="5768023" cy="581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68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C8009F0-3B16-49E4-A62C-92660A46AE5F}"/>
              </a:ext>
            </a:extLst>
          </p:cNvPr>
          <p:cNvSpPr txBox="1"/>
          <p:nvPr/>
        </p:nvSpPr>
        <p:spPr>
          <a:xfrm>
            <a:off x="1239520" y="195615"/>
            <a:ext cx="5364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实验</a:t>
            </a:r>
            <a:endParaRPr lang="en-US" altLang="zh-CN" sz="3600" dirty="0">
              <a:solidFill>
                <a:srgbClr val="000099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8DE2C0-7609-4D8D-A159-7227E7032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61" y="1432561"/>
            <a:ext cx="11626477" cy="437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834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84109" y="2570521"/>
            <a:ext cx="38013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You!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rgbClr val="92D050"/>
              </a:soli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27282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6">
      <a:majorFont>
        <a:latin typeface="Segoe UI"/>
        <a:ea typeface="宋体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20357</TotalTime>
  <Words>88</Words>
  <Application>Microsoft Office PowerPoint</Application>
  <PresentationFormat>宽屏</PresentationFormat>
  <Paragraphs>14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等线</vt:lpstr>
      <vt:lpstr>微软雅黑</vt:lpstr>
      <vt:lpstr>Arial</vt:lpstr>
      <vt:lpstr>Segoe UI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OfficePLUS</dc:creator>
  <cp:keywords/>
  <dc:description/>
  <cp:lastModifiedBy>Hu Jingyu</cp:lastModifiedBy>
  <cp:revision>1213</cp:revision>
  <dcterms:created xsi:type="dcterms:W3CDTF">2015-08-18T02:51:41Z</dcterms:created>
  <dcterms:modified xsi:type="dcterms:W3CDTF">2020-03-19T06:23:03Z</dcterms:modified>
  <cp:category/>
</cp:coreProperties>
</file>