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461" r:id="rId2"/>
    <p:sldId id="367" r:id="rId3"/>
    <p:sldId id="469" r:id="rId4"/>
    <p:sldId id="470" r:id="rId5"/>
    <p:sldId id="471" r:id="rId6"/>
    <p:sldId id="476" r:id="rId7"/>
    <p:sldId id="479" r:id="rId8"/>
    <p:sldId id="480" r:id="rId9"/>
    <p:sldId id="481" r:id="rId10"/>
    <p:sldId id="482" r:id="rId11"/>
    <p:sldId id="472" r:id="rId12"/>
    <p:sldId id="353" r:id="rId13"/>
  </p:sldIdLst>
  <p:sldSz cx="12192000" cy="6858000"/>
  <p:notesSz cx="6858000" cy="9144000"/>
  <p:embeddedFontLst>
    <p:embeddedFont>
      <p:font typeface="Rockwell" panose="02060603020205020403" pitchFamily="18" charset="0"/>
      <p:regular r:id="rId16"/>
      <p:bold r:id="rId17"/>
      <p:italic r:id="rId18"/>
      <p:boldItalic r:id="rId19"/>
    </p:embeddedFont>
    <p:embeddedFont>
      <p:font typeface="Segoe UI" panose="020B0502040204020203" pitchFamily="34" charset="0"/>
      <p:regular r:id="rId20"/>
      <p:bold r:id="rId21"/>
      <p:italic r:id="rId22"/>
      <p:boldItalic r:id="rId23"/>
    </p:embeddedFont>
    <p:embeddedFont>
      <p:font typeface="微软雅黑" panose="020B0503020204020204" pitchFamily="34" charset="-122"/>
      <p:regular r:id="rId24"/>
      <p:bold r:id="rId25"/>
    </p:embeddedFont>
    <p:embeddedFont>
      <p:font typeface="等线" panose="02010600030101010101" pitchFamily="2" charset="-122"/>
      <p:regular r:id="rId26"/>
      <p:bold r:id="rId2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23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232">
          <p15:clr>
            <a:srgbClr val="A4A3A4"/>
          </p15:clr>
        </p15:guide>
        <p15:guide id="4" orient="horz" pos="4088">
          <p15:clr>
            <a:srgbClr val="A4A3A4"/>
          </p15:clr>
        </p15:guide>
        <p15:guide id="5" pos="5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" initials="C" lastIdx="1" clrIdx="0"/>
  <p:cmAuthor id="2" name="zh" initials="z" lastIdx="1" clrIdx="1">
    <p:extLst>
      <p:ext uri="{19B8F6BF-5375-455C-9EA6-DF929625EA0E}">
        <p15:presenceInfo xmlns:p15="http://schemas.microsoft.com/office/powerpoint/2012/main" userId="z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CC00FF"/>
    <a:srgbClr val="3333FF"/>
    <a:srgbClr val="FF0000"/>
    <a:srgbClr val="FF6600"/>
    <a:srgbClr val="0000FF"/>
    <a:srgbClr val="660066"/>
    <a:srgbClr val="6600FF"/>
    <a:srgbClr val="0033C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76355" autoAdjust="0"/>
  </p:normalViewPr>
  <p:slideViewPr>
    <p:cSldViewPr snapToGrid="0" snapToObjects="1">
      <p:cViewPr varScale="1">
        <p:scale>
          <a:sx n="87" d="100"/>
          <a:sy n="87" d="100"/>
        </p:scale>
        <p:origin x="389" y="77"/>
      </p:cViewPr>
      <p:guideLst>
        <p:guide pos="3823"/>
        <p:guide orient="horz" pos="2160"/>
        <p:guide orient="horz" pos="232"/>
        <p:guide orient="horz" pos="4088"/>
        <p:guide pos="574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333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E08C6-A8D6-4426-B0F6-8365D5E90C3D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5310C-31F2-4F7E-95AC-1A51EFB82A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CA7BF-183C-46C8-9282-AFD276260CB2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2F600-D6BF-48F3-BE94-005CF5FB96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28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 smtClean="0"/>
              <a:t>2018</a:t>
            </a:r>
            <a:r>
              <a:rPr lang="zh-CN" altLang="en-US" dirty="0" smtClean="0"/>
              <a:t>年 ，韩国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914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6915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4822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509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184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>
            <a:fillRect/>
          </a:stretch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22049" r="54675" b="21936"/>
          <a:stretch>
            <a:fillRect/>
          </a:stretch>
        </p:blipFill>
        <p:spPr>
          <a:xfrm>
            <a:off x="952455" y="-12701"/>
            <a:ext cx="1049298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>
            <a:fillRect/>
          </a:stretch>
        </p:blipFill>
        <p:spPr>
          <a:xfrm>
            <a:off x="7739212" y="-4813"/>
            <a:ext cx="4452788" cy="68628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>
            <a:fillRect/>
          </a:stretch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65863" y="1448618"/>
            <a:ext cx="59541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00B050"/>
                </a:solidFill>
                <a:latin typeface="Rockwell" panose="02060603020205020403" pitchFamily="18" charset="0"/>
              </a:rPr>
              <a:t>文献汇报</a:t>
            </a:r>
            <a:endParaRPr lang="en-US" altLang="zh-CN" sz="5400" b="1" dirty="0">
              <a:solidFill>
                <a:srgbClr val="00B05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617710" y="4754245"/>
            <a:ext cx="22580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/>
              <a:t>    </a:t>
            </a:r>
            <a:r>
              <a:rPr lang="en-US" altLang="zh-CN" sz="3200" b="1" dirty="0"/>
              <a:t> </a:t>
            </a:r>
            <a:r>
              <a:rPr lang="zh-CN" altLang="en-US" sz="3200" b="1" dirty="0" smtClean="0">
                <a:latin typeface="+mn-ea"/>
              </a:rPr>
              <a:t>张鹤</a:t>
            </a:r>
            <a:endParaRPr lang="en-US" altLang="zh-CN" sz="3200" b="1" dirty="0" smtClean="0">
              <a:latin typeface="+mn-ea"/>
            </a:endParaRPr>
          </a:p>
          <a:p>
            <a:r>
              <a:rPr lang="en-US" altLang="zh-CN" sz="3200" b="1" dirty="0" smtClean="0">
                <a:latin typeface="+mn-ea"/>
              </a:rPr>
              <a:t>2020.3.12</a:t>
            </a:r>
            <a:endParaRPr lang="zh-CN" altLang="en-US" sz="32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5393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s://ieeexplore.ieee.org/mediastore_new/IEEE/content/media/8359997/8363198/8363717/8363717-fig-2-source-large.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473444" y="258370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4B11BF"/>
                </a:solidFill>
              </a:rPr>
              <a:t>文献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010025" y="21574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49112" y="1027366"/>
            <a:ext cx="950952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3600" dirty="0"/>
          </a:p>
          <a:p>
            <a:r>
              <a:rPr lang="en-US" altLang="zh-CN" sz="3600" dirty="0"/>
              <a:t>A Video Based Fire Smoke Detection </a:t>
            </a:r>
            <a:r>
              <a:rPr lang="en-US" altLang="zh-CN" sz="3600" dirty="0" smtClean="0"/>
              <a:t>Using Robust </a:t>
            </a:r>
            <a:r>
              <a:rPr lang="en-US" altLang="zh-CN" sz="3600" dirty="0" err="1" smtClean="0">
                <a:solidFill>
                  <a:srgbClr val="FF0000"/>
                </a:solidFill>
              </a:rPr>
              <a:t>AdaBoost</a:t>
            </a:r>
            <a:endParaRPr lang="en-US" altLang="zh-CN" sz="3600" dirty="0" smtClean="0">
              <a:solidFill>
                <a:srgbClr val="FF0000"/>
              </a:solidFill>
            </a:endParaRPr>
          </a:p>
          <a:p>
            <a:endParaRPr lang="en-US" altLang="zh-CN" dirty="0" smtClean="0"/>
          </a:p>
          <a:p>
            <a:pPr algn="just"/>
            <a:r>
              <a:rPr lang="en-US" altLang="zh-CN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Published in:  </a:t>
            </a:r>
            <a:r>
              <a:rPr lang="en-US" altLang="zh-CN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sensors</a:t>
            </a:r>
            <a:r>
              <a:rPr lang="zh-CN" altLang="en-US" sz="3600" dirty="0" smtClean="0"/>
              <a:t>，</a:t>
            </a:r>
            <a:r>
              <a:rPr lang="en-US" altLang="zh-CN" sz="3600" dirty="0" smtClean="0"/>
              <a:t>2018.9</a:t>
            </a:r>
            <a:endParaRPr lang="en-US" altLang="zh-CN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r="10401"/>
          <a:stretch/>
        </p:blipFill>
        <p:spPr>
          <a:xfrm>
            <a:off x="155575" y="3858465"/>
            <a:ext cx="11837133" cy="2209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4B11BF"/>
                </a:solidFill>
              </a:rPr>
              <a:t>原始的</a:t>
            </a:r>
            <a:r>
              <a:rPr lang="en-US" altLang="zh-CN" sz="2800" dirty="0" err="1" smtClean="0">
                <a:solidFill>
                  <a:srgbClr val="4B11BF"/>
                </a:solidFill>
              </a:rPr>
              <a:t>AdaBoost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t="14707"/>
          <a:stretch/>
        </p:blipFill>
        <p:spPr>
          <a:xfrm>
            <a:off x="333930" y="1749669"/>
            <a:ext cx="12054840" cy="376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876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56299" y="25636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4B11BF"/>
                </a:solidFill>
              </a:rPr>
              <a:t>问题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456299" y="1503458"/>
            <a:ext cx="10679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 err="1" smtClean="0">
                <a:latin typeface="Arial" panose="020B0604020202020204" pitchFamily="34" charset="0"/>
              </a:rPr>
              <a:t>e</a:t>
            </a:r>
            <a:r>
              <a:rPr lang="en-US" altLang="zh-CN" i="1" baseline="-25000" dirty="0" err="1" smtClean="0">
                <a:latin typeface="Arial" panose="020B0604020202020204" pitchFamily="34" charset="0"/>
              </a:rPr>
              <a:t>m</a:t>
            </a:r>
            <a:r>
              <a:rPr lang="en-US" altLang="zh-CN" i="1" baseline="-25000" dirty="0" smtClean="0">
                <a:latin typeface="Arial" panose="020B0604020202020204" pitchFamily="34" charset="0"/>
              </a:rPr>
              <a:t> </a:t>
            </a:r>
            <a:r>
              <a:rPr lang="en-US" altLang="zh-CN" dirty="0" smtClean="0">
                <a:latin typeface="Arial" panose="020B0604020202020204" pitchFamily="34" charset="0"/>
              </a:rPr>
              <a:t>&gt; 0.5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176892" y="1512222"/>
            <a:ext cx="11049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zh-CN" dirty="0" smtClean="0">
                <a:latin typeface="Arial" panose="020B0604020202020204" pitchFamily="34" charset="0"/>
              </a:rPr>
              <a:t>α</a:t>
            </a:r>
            <a:r>
              <a:rPr lang="en-US" altLang="zh-CN" baseline="-25000" dirty="0" smtClean="0">
                <a:latin typeface="Arial" panose="020B0604020202020204" pitchFamily="34" charset="0"/>
              </a:rPr>
              <a:t>m</a:t>
            </a:r>
            <a:r>
              <a:rPr lang="en-US" altLang="zh-CN" dirty="0" smtClean="0">
                <a:latin typeface="Arial" panose="020B0604020202020204" pitchFamily="34" charset="0"/>
              </a:rPr>
              <a:t>&lt;0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299" y="2084511"/>
            <a:ext cx="1247775" cy="438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457700" y="1494611"/>
            <a:ext cx="4985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误差很大的时候，权重就会为负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4457700" y="2070619"/>
            <a:ext cx="4985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误差很小的时候，权重就会超过“</a:t>
            </a:r>
            <a:r>
              <a:rPr lang="en-US" altLang="zh-CN" dirty="0" smtClean="0"/>
              <a:t>1</a:t>
            </a:r>
            <a:r>
              <a:rPr lang="zh-CN" altLang="en-US" dirty="0" smtClean="0"/>
              <a:t>”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1456298" y="3172588"/>
            <a:ext cx="8795533" cy="2242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/>
              <a:t>由于上述两点的存在，</a:t>
            </a:r>
            <a:r>
              <a:rPr lang="en-US" altLang="zh-CN" sz="2400" dirty="0" err="1" smtClean="0"/>
              <a:t>AdaBoost</a:t>
            </a:r>
            <a:r>
              <a:rPr lang="zh-CN" altLang="en-US" sz="2400" dirty="0" smtClean="0"/>
              <a:t>存在的缺陷：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r>
              <a:rPr lang="en-US" altLang="zh-CN" sz="2400" dirty="0" smtClean="0"/>
              <a:t>1.</a:t>
            </a:r>
            <a:r>
              <a:rPr lang="zh-CN" altLang="en-US" sz="2400" dirty="0" smtClean="0"/>
              <a:t>花费大量时间选择适当的参数，使分类器误差小于</a:t>
            </a:r>
            <a:r>
              <a:rPr lang="en-US" altLang="zh-CN" sz="2400" dirty="0" smtClean="0"/>
              <a:t>0.5</a:t>
            </a:r>
            <a:r>
              <a:rPr lang="zh-CN" altLang="en-US" sz="2400" dirty="0" smtClean="0"/>
              <a:t>，并且淘汰大于</a:t>
            </a:r>
            <a:r>
              <a:rPr lang="en-US" altLang="zh-CN" sz="2400" dirty="0" smtClean="0"/>
              <a:t>0.5</a:t>
            </a:r>
            <a:r>
              <a:rPr lang="zh-CN" altLang="en-US" sz="2400" dirty="0" smtClean="0"/>
              <a:t>的分类器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r>
              <a:rPr lang="en-US" altLang="zh-CN" sz="2400" dirty="0" smtClean="0"/>
              <a:t>2.</a:t>
            </a:r>
            <a:r>
              <a:rPr lang="zh-CN" altLang="en-US" sz="2400" dirty="0" smtClean="0"/>
              <a:t>丢失一部分分类误差特别好的弱分类器</a:t>
            </a:r>
            <a:endParaRPr lang="en-US" altLang="zh-CN" sz="2400" dirty="0" smtClean="0"/>
          </a:p>
        </p:txBody>
      </p:sp>
      <p:sp>
        <p:nvSpPr>
          <p:cNvPr id="13" name="矩形 12"/>
          <p:cNvSpPr/>
          <p:nvPr/>
        </p:nvSpPr>
        <p:spPr>
          <a:xfrm>
            <a:off x="3176891" y="2102830"/>
            <a:ext cx="11049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zh-CN" dirty="0" smtClean="0">
                <a:latin typeface="Arial" panose="020B0604020202020204" pitchFamily="34" charset="0"/>
              </a:rPr>
              <a:t>α</a:t>
            </a:r>
            <a:r>
              <a:rPr lang="en-US" altLang="zh-CN" baseline="-25000" dirty="0" smtClean="0">
                <a:latin typeface="Arial" panose="020B0604020202020204" pitchFamily="34" charset="0"/>
              </a:rPr>
              <a:t>m</a:t>
            </a:r>
            <a:r>
              <a:rPr lang="en-US" altLang="zh-CN" dirty="0" smtClean="0">
                <a:latin typeface="Arial" panose="020B0604020202020204" pitchFamily="34" charset="0"/>
              </a:rPr>
              <a:t>&gt;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7979" y="1367204"/>
            <a:ext cx="28670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558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4B11BF"/>
                </a:solidFill>
              </a:rPr>
              <a:t>改进的</a:t>
            </a:r>
            <a:r>
              <a:rPr lang="en-US" altLang="zh-CN" sz="2800" dirty="0" err="1" smtClean="0">
                <a:solidFill>
                  <a:srgbClr val="4B11BF"/>
                </a:solidFill>
              </a:rPr>
              <a:t>AdaBoost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259" y="1035294"/>
            <a:ext cx="3895725" cy="9906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101" y="1249973"/>
            <a:ext cx="2428875" cy="7143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7419" y="2025894"/>
            <a:ext cx="5753100" cy="5048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0591" y="2530719"/>
            <a:ext cx="8020417" cy="42339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958150" y="4122903"/>
            <a:ext cx="1366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rgbClr val="FF0000"/>
                </a:solidFill>
              </a:rPr>
              <a:t>更鲁棒</a:t>
            </a:r>
            <a:endParaRPr lang="en-US" altLang="zh-CN" sz="2400" dirty="0" smtClean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958150" y="2830241"/>
            <a:ext cx="1515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rgbClr val="FF0000"/>
                </a:solidFill>
              </a:rPr>
              <a:t>权重明确</a:t>
            </a:r>
            <a:endParaRPr lang="en-US" altLang="zh-CN" sz="2400" dirty="0" smtClean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958150" y="3476572"/>
            <a:ext cx="1858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rgbClr val="FF0000"/>
                </a:solidFill>
              </a:rPr>
              <a:t>更符合理论</a:t>
            </a:r>
            <a:endParaRPr lang="en-US" altLang="zh-CN" sz="24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827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4B11BF"/>
                </a:solidFill>
              </a:rPr>
              <a:t>选择基本分类器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1600200"/>
            <a:ext cx="11506200" cy="36576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35925" y="5073134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zh-CN" altLang="en-US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最近邻域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35925" y="5466522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朴素贝叶斯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866757" y="583585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决策树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74665" y="6160173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333333"/>
                </a:solidFill>
                <a:latin typeface="Helvetica Neue"/>
              </a:rPr>
              <a:t>线性支持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向量机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4908251" y="5522800"/>
            <a:ext cx="55004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多次循环后，第一：</a:t>
            </a:r>
            <a:r>
              <a:rPr lang="en-US" altLang="zh-CN" dirty="0" smtClean="0"/>
              <a:t>RBFSVM                </a:t>
            </a:r>
            <a:r>
              <a:rPr lang="zh-CN" altLang="en-US" dirty="0" smtClean="0"/>
              <a:t>第二：决策树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209804" y="6484491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径向基函数支持向量机</a:t>
            </a:r>
          </a:p>
        </p:txBody>
      </p:sp>
    </p:spTree>
    <p:extLst>
      <p:ext uri="{BB962C8B-B14F-4D97-AF65-F5344CB8AC3E}">
        <p14:creationId xmlns:p14="http://schemas.microsoft.com/office/powerpoint/2010/main" val="1577914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337" y="367549"/>
            <a:ext cx="8613531" cy="6376151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2276061" y="4373217"/>
            <a:ext cx="7921487" cy="0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276061" y="4297017"/>
            <a:ext cx="7921487" cy="0"/>
          </a:xfrm>
          <a:prstGeom prst="line">
            <a:avLst/>
          </a:prstGeom>
          <a:ln w="9525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364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1443037"/>
            <a:ext cx="8572500" cy="39719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4B11BF"/>
                </a:solidFill>
              </a:rPr>
              <a:t>提高算法的处理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3320823" y="5608896"/>
            <a:ext cx="48878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“</a:t>
            </a:r>
            <a:r>
              <a:rPr lang="en-US" altLang="zh-CN" dirty="0" smtClean="0"/>
              <a:t>-</a:t>
            </a:r>
            <a:r>
              <a:rPr lang="zh-CN" altLang="en-US" dirty="0" smtClean="0"/>
              <a:t>”：表示只对多样性值进行处理</a:t>
            </a:r>
            <a:endParaRPr lang="en-US" altLang="zh-CN" dirty="0" smtClean="0"/>
          </a:p>
          <a:p>
            <a:r>
              <a:rPr lang="zh-CN" altLang="en-US" dirty="0" smtClean="0"/>
              <a:t>“</a:t>
            </a:r>
            <a:r>
              <a:rPr lang="en-US" altLang="zh-CN" dirty="0" smtClean="0"/>
              <a:t>+</a:t>
            </a:r>
            <a:r>
              <a:rPr lang="zh-CN" altLang="en-US" dirty="0" smtClean="0"/>
              <a:t>”：表示对多样性值处理</a:t>
            </a:r>
            <a:r>
              <a:rPr lang="en-US" altLang="zh-CN" dirty="0" smtClean="0"/>
              <a:t>+</a:t>
            </a:r>
            <a:r>
              <a:rPr lang="zh-CN" altLang="en-US" dirty="0" smtClean="0"/>
              <a:t>样本降噪的处理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6722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1933575"/>
            <a:ext cx="11087100" cy="29908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424354" y="5125915"/>
            <a:ext cx="98825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静态</a:t>
            </a:r>
            <a:r>
              <a:rPr lang="zh-CN" altLang="en-US" dirty="0" smtClean="0"/>
              <a:t>特征</a:t>
            </a:r>
            <a:r>
              <a:rPr lang="en-US" altLang="zh-CN" dirty="0"/>
              <a:t> </a:t>
            </a:r>
            <a:r>
              <a:rPr lang="zh-CN" altLang="en-US" dirty="0" smtClean="0"/>
              <a:t> </a:t>
            </a:r>
            <a:r>
              <a:rPr lang="en-US" altLang="zh-CN" dirty="0" smtClean="0"/>
              <a:t>T:</a:t>
            </a:r>
            <a:r>
              <a:rPr lang="zh-CN" altLang="en-US" dirty="0" smtClean="0"/>
              <a:t>纹理     </a:t>
            </a:r>
            <a:r>
              <a:rPr lang="en-US" altLang="zh-CN" dirty="0" smtClean="0"/>
              <a:t>C:</a:t>
            </a:r>
            <a:r>
              <a:rPr lang="zh-CN" altLang="en-US" dirty="0" smtClean="0"/>
              <a:t>颜色     </a:t>
            </a:r>
            <a:r>
              <a:rPr lang="en-US" altLang="zh-CN" dirty="0" smtClean="0"/>
              <a:t>W:</a:t>
            </a:r>
            <a:r>
              <a:rPr lang="zh-CN" altLang="en-US" dirty="0" smtClean="0"/>
              <a:t>小波能量      </a:t>
            </a:r>
            <a:r>
              <a:rPr lang="en-US" altLang="zh-CN" dirty="0" smtClean="0"/>
              <a:t>E:</a:t>
            </a:r>
            <a:r>
              <a:rPr lang="zh-CN" altLang="en-US" dirty="0" smtClean="0"/>
              <a:t>征</a:t>
            </a:r>
            <a:r>
              <a:rPr lang="zh-CN" altLang="en-US" dirty="0"/>
              <a:t>边缘方向</a:t>
            </a:r>
            <a:r>
              <a:rPr lang="zh-CN" altLang="en-US" dirty="0" smtClean="0"/>
              <a:t>直方图       </a:t>
            </a:r>
            <a:r>
              <a:rPr lang="en-US" altLang="zh-CN" dirty="0" smtClean="0"/>
              <a:t>S:</a:t>
            </a:r>
            <a:r>
              <a:rPr lang="zh-CN" altLang="en-US" dirty="0" smtClean="0"/>
              <a:t>稀疏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/>
              <a:t>动态特征</a:t>
            </a:r>
            <a:r>
              <a:rPr lang="en-US" altLang="zh-CN" dirty="0" smtClean="0"/>
              <a:t>  MD: </a:t>
            </a:r>
            <a:r>
              <a:rPr lang="zh-CN" altLang="en-US" dirty="0" smtClean="0"/>
              <a:t>运动方向      </a:t>
            </a:r>
            <a:r>
              <a:rPr lang="en-US" altLang="zh-CN" dirty="0" smtClean="0"/>
              <a:t>MDC: </a:t>
            </a:r>
            <a:r>
              <a:rPr lang="zh-CN" altLang="en-US" dirty="0" smtClean="0"/>
              <a:t>运动方向的改变  </a:t>
            </a:r>
            <a:r>
              <a:rPr lang="en-US" altLang="zh-CN" dirty="0" smtClean="0"/>
              <a:t>      MS</a:t>
            </a:r>
            <a:r>
              <a:rPr lang="zh-CN" altLang="en-US" dirty="0" smtClean="0"/>
              <a:t>：运动速度 </a:t>
            </a:r>
            <a:endParaRPr lang="en-US" altLang="zh-CN" dirty="0" smtClean="0"/>
          </a:p>
          <a:p>
            <a:r>
              <a:rPr lang="en-US" altLang="zh-CN" dirty="0" smtClean="0"/>
              <a:t>	  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4B11BF"/>
                </a:solidFill>
              </a:rPr>
              <a:t>结合特征处理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258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913" y="290512"/>
            <a:ext cx="12315825" cy="627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07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4B11BF"/>
                </a:solidFill>
              </a:rPr>
              <a:t>总结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56299" y="1435535"/>
            <a:ext cx="977147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dirty="0" smtClean="0"/>
              <a:t>1.</a:t>
            </a:r>
            <a:r>
              <a:rPr lang="zh-CN" altLang="en-US" sz="2400" dirty="0" smtClean="0"/>
              <a:t>对经典模型</a:t>
            </a:r>
            <a:r>
              <a:rPr lang="en-US" altLang="zh-CN" sz="2400" dirty="0" err="1" smtClean="0"/>
              <a:t>AdaBoost</a:t>
            </a:r>
            <a:r>
              <a:rPr lang="zh-CN" altLang="en-US" sz="2400" dirty="0" smtClean="0"/>
              <a:t>的分析</a:t>
            </a:r>
            <a:endParaRPr lang="en-US" altLang="zh-CN" sz="2400" dirty="0" smtClean="0"/>
          </a:p>
          <a:p>
            <a:pPr>
              <a:lnSpc>
                <a:spcPct val="200000"/>
              </a:lnSpc>
            </a:pPr>
            <a:r>
              <a:rPr lang="en-US" altLang="zh-CN" sz="2400" dirty="0" smtClean="0"/>
              <a:t>2.</a:t>
            </a:r>
            <a:r>
              <a:rPr lang="zh-CN" altLang="en-US" sz="2400" dirty="0" smtClean="0"/>
              <a:t>如何改进？                             </a:t>
            </a:r>
            <a:r>
              <a:rPr lang="zh-CN" altLang="en-US" sz="2400" dirty="0" smtClean="0">
                <a:solidFill>
                  <a:srgbClr val="FF0000"/>
                </a:solidFill>
              </a:rPr>
              <a:t>算法的权重函数改变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 smtClean="0"/>
              <a:t>3.</a:t>
            </a:r>
            <a:r>
              <a:rPr lang="zh-CN" altLang="en-US" sz="2400" dirty="0" smtClean="0"/>
              <a:t>基础分类器使用什么方法？    </a:t>
            </a:r>
            <a:r>
              <a:rPr lang="zh-CN" altLang="en-US" sz="2400" dirty="0" smtClean="0">
                <a:solidFill>
                  <a:srgbClr val="FF0000"/>
                </a:solidFill>
              </a:rPr>
              <a:t>使用</a:t>
            </a:r>
            <a:r>
              <a:rPr lang="en-US" altLang="zh-CN" sz="2400" dirty="0" smtClean="0">
                <a:solidFill>
                  <a:srgbClr val="FF0000"/>
                </a:solidFill>
              </a:rPr>
              <a:t>RBFSVM</a:t>
            </a:r>
            <a:r>
              <a:rPr lang="zh-CN" altLang="en-US" sz="2400" dirty="0" smtClean="0">
                <a:solidFill>
                  <a:srgbClr val="FF0000"/>
                </a:solidFill>
              </a:rPr>
              <a:t>（径向基函数支持向量机）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 smtClean="0"/>
              <a:t>4.</a:t>
            </a:r>
            <a:r>
              <a:rPr lang="zh-CN" altLang="en-US" sz="2400" dirty="0" smtClean="0"/>
              <a:t>基础分类器如何提高性能？    </a:t>
            </a:r>
            <a:r>
              <a:rPr lang="zh-CN" altLang="en-US" sz="2400" dirty="0" smtClean="0">
                <a:solidFill>
                  <a:srgbClr val="FF0000"/>
                </a:solidFill>
              </a:rPr>
              <a:t>针对多样性值、样本降噪进行处理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 smtClean="0"/>
              <a:t>5.</a:t>
            </a:r>
            <a:r>
              <a:rPr lang="zh-CN" altLang="en-US" sz="2400" dirty="0" smtClean="0"/>
              <a:t>还可以结合哪些特征处理数据？</a:t>
            </a:r>
            <a:r>
              <a:rPr lang="en-US" altLang="zh-CN" sz="2400" dirty="0"/>
              <a:t> </a:t>
            </a:r>
            <a:r>
              <a:rPr lang="en-US" altLang="zh-CN" sz="2400" dirty="0" smtClean="0">
                <a:solidFill>
                  <a:srgbClr val="FF0000"/>
                </a:solidFill>
              </a:rPr>
              <a:t>TCW+MDC+MS</a:t>
            </a: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284107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84109" y="2570521"/>
            <a:ext cx="38013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You!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rgbClr val="92D050"/>
              </a:soli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6">
      <a:majorFont>
        <a:latin typeface="Segoe UI"/>
        <a:ea typeface="宋体"/>
        <a:cs typeface=""/>
      </a:majorFont>
      <a:minorFont>
        <a:latin typeface="Segoe U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5263</TotalTime>
  <Words>294</Words>
  <Application>Microsoft Office PowerPoint</Application>
  <PresentationFormat>宽屏</PresentationFormat>
  <Paragraphs>50</Paragraphs>
  <Slides>12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Rockwell</vt:lpstr>
      <vt:lpstr>Segoe UI</vt:lpstr>
      <vt:lpstr>Helvetica Neue</vt:lpstr>
      <vt:lpstr>微软雅黑</vt:lpstr>
      <vt:lpstr>Arial</vt:lpstr>
      <vt:lpstr>等线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zh</cp:lastModifiedBy>
  <cp:revision>1456</cp:revision>
  <dcterms:created xsi:type="dcterms:W3CDTF">2015-08-18T02:51:00Z</dcterms:created>
  <dcterms:modified xsi:type="dcterms:W3CDTF">2020-03-19T08:38:44Z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2052-10.8.2.6949</vt:lpwstr>
  </property>
</Properties>
</file>