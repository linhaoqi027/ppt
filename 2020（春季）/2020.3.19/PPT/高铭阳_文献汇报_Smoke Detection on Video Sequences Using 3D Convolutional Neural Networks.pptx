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4"/>
  </p:notesMasterIdLst>
  <p:sldIdLst>
    <p:sldId id="273" r:id="rId2"/>
    <p:sldId id="274" r:id="rId3"/>
    <p:sldId id="311" r:id="rId4"/>
    <p:sldId id="318" r:id="rId5"/>
    <p:sldId id="320" r:id="rId6"/>
    <p:sldId id="319" r:id="rId7"/>
    <p:sldId id="321" r:id="rId8"/>
    <p:sldId id="279" r:id="rId9"/>
    <p:sldId id="313" r:id="rId10"/>
    <p:sldId id="314" r:id="rId11"/>
    <p:sldId id="304" r:id="rId12"/>
    <p:sldId id="322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7055" autoAdjust="0"/>
  </p:normalViewPr>
  <p:slideViewPr>
    <p:cSldViewPr>
      <p:cViewPr varScale="1">
        <p:scale>
          <a:sx n="84" d="100"/>
          <a:sy n="84" d="100"/>
        </p:scale>
        <p:origin x="-142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E7FD1-329C-442A-865F-606706CC9DFF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01851-CD6B-47E8-9DA1-B8AF7902D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3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文献汇报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448872" cy="1752600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                                                      </a:t>
            </a:r>
            <a:endParaRPr lang="en-US" altLang="zh-CN" sz="2400" dirty="0" smtClean="0"/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高铭阳</a:t>
            </a:r>
            <a:endParaRPr lang="en-US" altLang="zh-CN" sz="2400" dirty="0" smtClean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      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2020.03.19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023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73" y="1700808"/>
            <a:ext cx="7747313" cy="336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15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6457" y="1412776"/>
            <a:ext cx="8640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         </a:t>
            </a:r>
            <a:r>
              <a:rPr lang="zh-CN" altLang="zh-CN" dirty="0" smtClean="0"/>
              <a:t>开发</a:t>
            </a:r>
            <a:r>
              <a:rPr lang="zh-CN" altLang="zh-CN" dirty="0"/>
              <a:t>了一个基于快速</a:t>
            </a:r>
            <a:r>
              <a:rPr lang="en-US" altLang="zh-CN" dirty="0"/>
              <a:t>RCNN</a:t>
            </a:r>
            <a:r>
              <a:rPr lang="zh-CN" altLang="zh-CN" dirty="0"/>
              <a:t>和</a:t>
            </a:r>
            <a:r>
              <a:rPr lang="en-US" altLang="zh-CN" dirty="0"/>
              <a:t>3D CNN</a:t>
            </a:r>
            <a:r>
              <a:rPr lang="zh-CN" altLang="zh-CN" dirty="0"/>
              <a:t>的联合检测框架。提出了一种改进的非</a:t>
            </a:r>
            <a:r>
              <a:rPr lang="zh-CN" altLang="zh-CN" dirty="0" smtClean="0"/>
              <a:t>最大</a:t>
            </a:r>
            <a:r>
              <a:rPr lang="zh-CN" altLang="en-US" dirty="0" smtClean="0"/>
              <a:t>聚合</a:t>
            </a:r>
            <a:r>
              <a:rPr lang="zh-CN" altLang="zh-CN" dirty="0" smtClean="0"/>
              <a:t>的</a:t>
            </a:r>
            <a:r>
              <a:rPr lang="zh-CN" altLang="zh-CN" dirty="0"/>
              <a:t>快速</a:t>
            </a:r>
            <a:r>
              <a:rPr lang="en-US" altLang="zh-CN" dirty="0"/>
              <a:t>RCNN</a:t>
            </a:r>
            <a:r>
              <a:rPr lang="zh-CN" altLang="zh-CN" dirty="0"/>
              <a:t>算法，实现了基于静态空间信息的烟雾目标定位。然后，</a:t>
            </a:r>
            <a:r>
              <a:rPr lang="en-US" altLang="zh-CN" dirty="0"/>
              <a:t>3D CNN</a:t>
            </a:r>
            <a:r>
              <a:rPr lang="zh-CN" altLang="zh-CN" dirty="0"/>
              <a:t>结合动态时空信息实现烟雾识别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         </a:t>
            </a:r>
            <a:r>
              <a:rPr lang="zh-CN" altLang="zh-CN" dirty="0" smtClean="0"/>
              <a:t>与</a:t>
            </a:r>
            <a:r>
              <a:rPr lang="zh-CN" altLang="zh-CN" dirty="0"/>
              <a:t>常用的利用图像进行烟雾检测的</a:t>
            </a:r>
            <a:r>
              <a:rPr lang="en-US" altLang="zh-CN" dirty="0"/>
              <a:t>CNN</a:t>
            </a:r>
            <a:r>
              <a:rPr lang="zh-CN" altLang="zh-CN" dirty="0"/>
              <a:t>方法相比，</a:t>
            </a:r>
            <a:r>
              <a:rPr lang="en-US" altLang="zh-CN" dirty="0"/>
              <a:t>3D CNN</a:t>
            </a:r>
            <a:r>
              <a:rPr lang="zh-CN" altLang="zh-CN" dirty="0"/>
              <a:t>显著提高了识别精度。比较了三维</a:t>
            </a:r>
            <a:r>
              <a:rPr lang="en-US" altLang="zh-CN" dirty="0"/>
              <a:t>CNN</a:t>
            </a:r>
            <a:r>
              <a:rPr lang="zh-CN" altLang="zh-CN" dirty="0"/>
              <a:t>的不同网络结构和数据处理方法，包括慢融合和光流。在包含来自多个来源的烟雾视频的数据集上进行了测试，结果表明所提出的框架在烟雾定位和识别方面表现得非常好</a:t>
            </a:r>
            <a:r>
              <a:rPr lang="zh-CN" altLang="zh-CN" dirty="0" smtClean="0"/>
              <a:t>。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方法概述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4739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Faster-RCNN</a:t>
            </a:r>
            <a:endParaRPr lang="zh-CN" altLang="en-US" sz="20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104" y="1412776"/>
            <a:ext cx="6229350" cy="382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186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3D </a:t>
            </a:r>
            <a:r>
              <a:rPr lang="zh-CN" altLang="en-US" sz="2000" b="1" dirty="0" smtClean="0"/>
              <a:t>卷积</a:t>
            </a:r>
            <a:endParaRPr lang="zh-CN" altLang="en-US" sz="20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81163"/>
            <a:ext cx="6858000" cy="349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74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网络框图</a:t>
            </a:r>
            <a:endParaRPr lang="zh-CN" altLang="en-US" sz="20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" y="933450"/>
            <a:ext cx="6953250" cy="499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586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网络框图</a:t>
            </a:r>
            <a:endParaRPr lang="zh-CN" altLang="en-US" sz="2000" b="1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980728"/>
            <a:ext cx="6347592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3568" y="5085184"/>
            <a:ext cx="77768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 smtClean="0"/>
              <a:t>在</a:t>
            </a:r>
            <a:r>
              <a:rPr lang="en-US" altLang="zh-CN" dirty="0" smtClean="0"/>
              <a:t>3D</a:t>
            </a:r>
            <a:r>
              <a:rPr lang="zh-CN" altLang="en-US" dirty="0" smtClean="0"/>
              <a:t>卷积</a:t>
            </a:r>
            <a:r>
              <a:rPr lang="zh-CN" altLang="zh-CN" dirty="0" smtClean="0"/>
              <a:t>使用</a:t>
            </a:r>
            <a:r>
              <a:rPr lang="zh-CN" altLang="zh-CN" dirty="0"/>
              <a:t>中</a:t>
            </a:r>
            <a:r>
              <a:rPr lang="zh-CN" altLang="zh-CN" dirty="0" smtClean="0"/>
              <a:t>，</a:t>
            </a:r>
            <a:r>
              <a:rPr lang="zh-CN" altLang="en-US" dirty="0" smtClean="0"/>
              <a:t>一般</a:t>
            </a:r>
            <a:r>
              <a:rPr lang="zh-CN" altLang="zh-CN" dirty="0" smtClean="0"/>
              <a:t>输入</a:t>
            </a:r>
            <a:r>
              <a:rPr lang="zh-CN" altLang="zh-CN" dirty="0"/>
              <a:t>是一个简短的</a:t>
            </a:r>
            <a:r>
              <a:rPr lang="en-US" altLang="zh-CN" dirty="0"/>
              <a:t>16</a:t>
            </a:r>
            <a:r>
              <a:rPr lang="zh-CN" altLang="zh-CN" dirty="0"/>
              <a:t>帧视频剪辑。然而，烟雾的扩散非常缓慢，特别是在森林等远距离监测环境中。在不到一秒的时间框架内，几乎看不到这种运动。除了</a:t>
            </a:r>
            <a:r>
              <a:rPr lang="en-US" altLang="zh-CN" dirty="0"/>
              <a:t>16</a:t>
            </a:r>
            <a:r>
              <a:rPr lang="zh-CN" altLang="zh-CN" dirty="0"/>
              <a:t>帧的剪辑外，我们还使用</a:t>
            </a:r>
            <a:r>
              <a:rPr lang="en-US" altLang="zh-CN" dirty="0"/>
              <a:t>32</a:t>
            </a:r>
            <a:r>
              <a:rPr lang="zh-CN" altLang="zh-CN" dirty="0"/>
              <a:t>帧和</a:t>
            </a:r>
            <a:r>
              <a:rPr lang="en-US" altLang="zh-CN" dirty="0"/>
              <a:t>64</a:t>
            </a:r>
            <a:r>
              <a:rPr lang="zh-CN" altLang="zh-CN" dirty="0"/>
              <a:t>帧的剪辑作为三维</a:t>
            </a:r>
            <a:r>
              <a:rPr lang="en-US" altLang="zh-CN" dirty="0"/>
              <a:t>CNN</a:t>
            </a:r>
            <a:r>
              <a:rPr lang="zh-CN" altLang="zh-CN" dirty="0"/>
              <a:t>的输入。所有剪辑帧的大小被调整到</a:t>
            </a:r>
            <a:r>
              <a:rPr lang="en-US" altLang="zh-CN" dirty="0"/>
              <a:t>128*171</a:t>
            </a:r>
            <a:r>
              <a:rPr lang="zh-CN" altLang="zh-CN" dirty="0"/>
              <a:t>。在训练中，输入维度是</a:t>
            </a:r>
            <a:r>
              <a:rPr lang="en-US" altLang="zh-CN" dirty="0"/>
              <a:t>3*</a:t>
            </a:r>
            <a:r>
              <a:rPr lang="zh-CN" altLang="zh-CN" dirty="0"/>
              <a:t>长度</a:t>
            </a:r>
            <a:r>
              <a:rPr lang="en-US" altLang="zh-CN" dirty="0"/>
              <a:t>*128*171</a:t>
            </a:r>
            <a:r>
              <a:rPr lang="zh-CN" altLang="zh-CN" dirty="0"/>
              <a:t>，随机大小为</a:t>
            </a:r>
            <a:r>
              <a:rPr lang="en-US" altLang="zh-CN" dirty="0"/>
              <a:t>3*</a:t>
            </a:r>
            <a:r>
              <a:rPr lang="zh-CN" altLang="zh-CN" dirty="0"/>
              <a:t>长度</a:t>
            </a:r>
            <a:r>
              <a:rPr lang="en-US" altLang="zh-CN" dirty="0"/>
              <a:t>*112*112</a:t>
            </a:r>
            <a:r>
              <a:rPr lang="zh-CN" altLang="zh-CN" dirty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272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NMA</a:t>
            </a:r>
            <a:endParaRPr lang="zh-CN" altLang="en-US" sz="20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331" y="116632"/>
            <a:ext cx="6048672" cy="2853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375" y="2975989"/>
            <a:ext cx="4608512" cy="3882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098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数据增强</a:t>
            </a:r>
            <a:endParaRPr lang="zh-CN" altLang="en-US" sz="20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340768"/>
            <a:ext cx="6671634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714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数据收集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88840"/>
            <a:ext cx="7730156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2376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908720"/>
            <a:ext cx="7636848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558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24744"/>
            <a:ext cx="7581084" cy="4336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246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5879</TotalTime>
  <Words>256</Words>
  <Application>Microsoft Office PowerPoint</Application>
  <PresentationFormat>全屏显示(4:3)</PresentationFormat>
  <Paragraphs>16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</vt:lpstr>
      <vt:lpstr>文献汇报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 Yang</dc:creator>
  <cp:lastModifiedBy>Ming Yang</cp:lastModifiedBy>
  <cp:revision>118</cp:revision>
  <dcterms:created xsi:type="dcterms:W3CDTF">2019-01-07T15:21:41Z</dcterms:created>
  <dcterms:modified xsi:type="dcterms:W3CDTF">2020-03-19T03:03:30Z</dcterms:modified>
</cp:coreProperties>
</file>