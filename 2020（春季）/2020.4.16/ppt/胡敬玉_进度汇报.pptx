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66" r:id="rId1"/>
  </p:sldMasterIdLst>
  <p:notesMasterIdLst>
    <p:notesMasterId r:id="rId10"/>
  </p:notesMasterIdLst>
  <p:handoutMasterIdLst>
    <p:handoutMasterId r:id="rId11"/>
  </p:handoutMasterIdLst>
  <p:sldIdLst>
    <p:sldId id="303" r:id="rId2"/>
    <p:sldId id="360" r:id="rId3"/>
    <p:sldId id="358" r:id="rId4"/>
    <p:sldId id="359" r:id="rId5"/>
    <p:sldId id="355" r:id="rId6"/>
    <p:sldId id="357" r:id="rId7"/>
    <p:sldId id="356" r:id="rId8"/>
    <p:sldId id="353" r:id="rId9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0000"/>
    <a:srgbClr val="6600FF"/>
    <a:srgbClr val="000099"/>
    <a:srgbClr val="33CC33"/>
    <a:srgbClr val="00CC66"/>
    <a:srgbClr val="009999"/>
    <a:srgbClr val="FF3300"/>
    <a:srgbClr val="FFFFF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38" autoAdjust="0"/>
    <p:restoredTop sz="96408" autoAdjust="0"/>
  </p:normalViewPr>
  <p:slideViewPr>
    <p:cSldViewPr snapToGrid="0" snapToObjects="1">
      <p:cViewPr varScale="1">
        <p:scale>
          <a:sx n="69" d="100"/>
          <a:sy n="69" d="100"/>
        </p:scale>
        <p:origin x="244" y="44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Jingyu" userId="a629a903dcfda7ce" providerId="LiveId" clId="{6E42EEB3-0F62-4E46-9204-E82A6D0FFED7}"/>
    <pc:docChg chg="undo custSel addSld delSld modSld">
      <pc:chgData name="Hu Jingyu" userId="a629a903dcfda7ce" providerId="LiveId" clId="{6E42EEB3-0F62-4E46-9204-E82A6D0FFED7}" dt="2019-09-03T08:54:10.887" v="445" actId="1076"/>
      <pc:docMkLst>
        <pc:docMk/>
      </pc:docMkLst>
      <pc:sldChg chg="addSp modSp">
        <pc:chgData name="Hu Jingyu" userId="a629a903dcfda7ce" providerId="LiveId" clId="{6E42EEB3-0F62-4E46-9204-E82A6D0FFED7}" dt="2019-09-03T08:54:10.887" v="445" actId="1076"/>
        <pc:sldMkLst>
          <pc:docMk/>
          <pc:sldMk cId="621215762" sldId="387"/>
        </pc:sldMkLst>
        <pc:spChg chg="add mod">
          <ac:chgData name="Hu Jingyu" userId="a629a903dcfda7ce" providerId="LiveId" clId="{6E42EEB3-0F62-4E46-9204-E82A6D0FFED7}" dt="2019-09-03T08:54:10.887" v="445" actId="1076"/>
          <ac:spMkLst>
            <pc:docMk/>
            <pc:sldMk cId="621215762" sldId="387"/>
            <ac:spMk id="4" creationId="{3190080E-7536-4D53-BE08-3EFFA7EF819D}"/>
          </ac:spMkLst>
        </pc:spChg>
      </pc:sldChg>
      <pc:sldChg chg="addSp modSp">
        <pc:chgData name="Hu Jingyu" userId="a629a903dcfda7ce" providerId="LiveId" clId="{6E42EEB3-0F62-4E46-9204-E82A6D0FFED7}" dt="2019-09-03T07:37:53.133" v="27" actId="1076"/>
        <pc:sldMkLst>
          <pc:docMk/>
          <pc:sldMk cId="202914713" sldId="388"/>
        </pc:sldMkLst>
        <pc:spChg chg="add mod">
          <ac:chgData name="Hu Jingyu" userId="a629a903dcfda7ce" providerId="LiveId" clId="{6E42EEB3-0F62-4E46-9204-E82A6D0FFED7}" dt="2019-09-03T07:37:53.133" v="27" actId="1076"/>
          <ac:spMkLst>
            <pc:docMk/>
            <pc:sldMk cId="202914713" sldId="388"/>
            <ac:spMk id="3" creationId="{10BF996B-7050-4B6A-BE5D-ED0B2CA913E7}"/>
          </ac:spMkLst>
        </pc:spChg>
      </pc:sldChg>
      <pc:sldChg chg="addSp modSp">
        <pc:chgData name="Hu Jingyu" userId="a629a903dcfda7ce" providerId="LiveId" clId="{6E42EEB3-0F62-4E46-9204-E82A6D0FFED7}" dt="2019-09-03T07:33:18.358" v="14" actId="1076"/>
        <pc:sldMkLst>
          <pc:docMk/>
          <pc:sldMk cId="1228813056" sldId="389"/>
        </pc:sldMkLst>
        <pc:spChg chg="add mod">
          <ac:chgData name="Hu Jingyu" userId="a629a903dcfda7ce" providerId="LiveId" clId="{6E42EEB3-0F62-4E46-9204-E82A6D0FFED7}" dt="2019-09-03T07:33:18.358" v="14" actId="1076"/>
          <ac:spMkLst>
            <pc:docMk/>
            <pc:sldMk cId="1228813056" sldId="389"/>
            <ac:spMk id="3" creationId="{6B61952B-2046-4671-9A30-1822114C9634}"/>
          </ac:spMkLst>
        </pc:spChg>
      </pc:sldChg>
      <pc:sldChg chg="addSp modSp">
        <pc:chgData name="Hu Jingyu" userId="a629a903dcfda7ce" providerId="LiveId" clId="{6E42EEB3-0F62-4E46-9204-E82A6D0FFED7}" dt="2019-09-03T07:31:16.547" v="7" actId="20577"/>
        <pc:sldMkLst>
          <pc:docMk/>
          <pc:sldMk cId="825811426" sldId="390"/>
        </pc:sldMkLst>
        <pc:spChg chg="add mod">
          <ac:chgData name="Hu Jingyu" userId="a629a903dcfda7ce" providerId="LiveId" clId="{6E42EEB3-0F62-4E46-9204-E82A6D0FFED7}" dt="2019-09-03T07:31:16.547" v="7" actId="20577"/>
          <ac:spMkLst>
            <pc:docMk/>
            <pc:sldMk cId="825811426" sldId="390"/>
            <ac:spMk id="3" creationId="{A31E6083-E0E7-4119-B998-E2D68DB5555B}"/>
          </ac:spMkLst>
        </pc:spChg>
      </pc:sldChg>
      <pc:sldChg chg="addSp modSp">
        <pc:chgData name="Hu Jingyu" userId="a629a903dcfda7ce" providerId="LiveId" clId="{6E42EEB3-0F62-4E46-9204-E82A6D0FFED7}" dt="2019-09-03T08:06:58.711" v="176" actId="1076"/>
        <pc:sldMkLst>
          <pc:docMk/>
          <pc:sldMk cId="1605259674" sldId="392"/>
        </pc:sldMkLst>
        <pc:spChg chg="add mod">
          <ac:chgData name="Hu Jingyu" userId="a629a903dcfda7ce" providerId="LiveId" clId="{6E42EEB3-0F62-4E46-9204-E82A6D0FFED7}" dt="2019-09-03T07:38:14.013" v="34" actId="1076"/>
          <ac:spMkLst>
            <pc:docMk/>
            <pc:sldMk cId="1605259674" sldId="392"/>
            <ac:spMk id="3" creationId="{96FB616E-CE6B-436E-9624-AAC50D9757F5}"/>
          </ac:spMkLst>
        </pc:spChg>
        <pc:spChg chg="add mod">
          <ac:chgData name="Hu Jingyu" userId="a629a903dcfda7ce" providerId="LiveId" clId="{6E42EEB3-0F62-4E46-9204-E82A6D0FFED7}" dt="2019-09-03T08:06:58.711" v="176" actId="1076"/>
          <ac:spMkLst>
            <pc:docMk/>
            <pc:sldMk cId="1605259674" sldId="392"/>
            <ac:spMk id="4" creationId="{A0F610A6-3EEF-4E55-917B-8FB3D90A5069}"/>
          </ac:spMkLst>
        </pc:spChg>
      </pc:sldChg>
      <pc:sldChg chg="addSp delSp modSp del">
        <pc:chgData name="Hu Jingyu" userId="a629a903dcfda7ce" providerId="LiveId" clId="{6E42EEB3-0F62-4E46-9204-E82A6D0FFED7}" dt="2019-09-03T08:07:31.045" v="177" actId="2696"/>
        <pc:sldMkLst>
          <pc:docMk/>
          <pc:sldMk cId="3747303549" sldId="393"/>
        </pc:sldMkLst>
        <pc:spChg chg="add del mod">
          <ac:chgData name="Hu Jingyu" userId="a629a903dcfda7ce" providerId="LiveId" clId="{6E42EEB3-0F62-4E46-9204-E82A6D0FFED7}" dt="2019-09-03T08:06:49.090" v="174"/>
          <ac:spMkLst>
            <pc:docMk/>
            <pc:sldMk cId="3747303549" sldId="393"/>
            <ac:spMk id="3" creationId="{1BB166A6-D818-40A0-8838-B19A7377094D}"/>
          </ac:spMkLst>
        </pc:spChg>
      </pc:sldChg>
      <pc:sldChg chg="addSp modSp add">
        <pc:chgData name="Hu Jingyu" userId="a629a903dcfda7ce" providerId="LiveId" clId="{6E42EEB3-0F62-4E46-9204-E82A6D0FFED7}" dt="2019-09-03T07:51:22.340" v="125" actId="1076"/>
        <pc:sldMkLst>
          <pc:docMk/>
          <pc:sldMk cId="1534956624" sldId="394"/>
        </pc:sldMkLst>
        <pc:spChg chg="mod">
          <ac:chgData name="Hu Jingyu" userId="a629a903dcfda7ce" providerId="LiveId" clId="{6E42EEB3-0F62-4E46-9204-E82A6D0FFED7}" dt="2019-09-03T07:50:56.881" v="114"/>
          <ac:spMkLst>
            <pc:docMk/>
            <pc:sldMk cId="1534956624" sldId="394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1:22.340" v="125" actId="1076"/>
          <ac:spMkLst>
            <pc:docMk/>
            <pc:sldMk cId="1534956624" sldId="394"/>
            <ac:spMk id="3" creationId="{B07ABF6C-9E6F-4734-9E15-D0BB537694CE}"/>
          </ac:spMkLst>
        </pc:spChg>
      </pc:sldChg>
      <pc:sldChg chg="addSp modSp add">
        <pc:chgData name="Hu Jingyu" userId="a629a903dcfda7ce" providerId="LiveId" clId="{6E42EEB3-0F62-4E46-9204-E82A6D0FFED7}" dt="2019-09-03T08:09:11.083" v="178" actId="1076"/>
        <pc:sldMkLst>
          <pc:docMk/>
          <pc:sldMk cId="3765175752" sldId="395"/>
        </pc:sldMkLst>
        <pc:spChg chg="mod">
          <ac:chgData name="Hu Jingyu" userId="a629a903dcfda7ce" providerId="LiveId" clId="{6E42EEB3-0F62-4E46-9204-E82A6D0FFED7}" dt="2019-09-03T07:44:26.867" v="70"/>
          <ac:spMkLst>
            <pc:docMk/>
            <pc:sldMk cId="3765175752" sldId="395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0:16.736" v="111" actId="1076"/>
          <ac:spMkLst>
            <pc:docMk/>
            <pc:sldMk cId="3765175752" sldId="395"/>
            <ac:spMk id="3" creationId="{F7883086-7CBD-4744-B7BF-86A1B79AC908}"/>
          </ac:spMkLst>
        </pc:spChg>
        <pc:picChg chg="add mod">
          <ac:chgData name="Hu Jingyu" userId="a629a903dcfda7ce" providerId="LiveId" clId="{6E42EEB3-0F62-4E46-9204-E82A6D0FFED7}" dt="2019-09-03T08:09:11.083" v="178" actId="1076"/>
          <ac:picMkLst>
            <pc:docMk/>
            <pc:sldMk cId="3765175752" sldId="395"/>
            <ac:picMk id="4" creationId="{56499835-0934-4054-9652-844B24E22FAD}"/>
          </ac:picMkLst>
        </pc:picChg>
      </pc:sldChg>
      <pc:sldChg chg="addSp modSp add">
        <pc:chgData name="Hu Jingyu" userId="a629a903dcfda7ce" providerId="LiveId" clId="{6E42EEB3-0F62-4E46-9204-E82A6D0FFED7}" dt="2019-09-03T07:49:29.969" v="96" actId="1076"/>
        <pc:sldMkLst>
          <pc:docMk/>
          <pc:sldMk cId="3104798851" sldId="396"/>
        </pc:sldMkLst>
        <pc:spChg chg="mod">
          <ac:chgData name="Hu Jingyu" userId="a629a903dcfda7ce" providerId="LiveId" clId="{6E42EEB3-0F62-4E46-9204-E82A6D0FFED7}" dt="2019-09-03T07:44:20.510" v="67"/>
          <ac:spMkLst>
            <pc:docMk/>
            <pc:sldMk cId="3104798851" sldId="396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47:00.617" v="86" actId="1076"/>
          <ac:spMkLst>
            <pc:docMk/>
            <pc:sldMk cId="3104798851" sldId="396"/>
            <ac:spMk id="3" creationId="{B3F138F4-DF61-44E0-8373-BCC62B0B9A6A}"/>
          </ac:spMkLst>
        </pc:spChg>
        <pc:spChg chg="add mod">
          <ac:chgData name="Hu Jingyu" userId="a629a903dcfda7ce" providerId="LiveId" clId="{6E42EEB3-0F62-4E46-9204-E82A6D0FFED7}" dt="2019-09-03T07:49:29.969" v="96" actId="1076"/>
          <ac:spMkLst>
            <pc:docMk/>
            <pc:sldMk cId="3104798851" sldId="396"/>
            <ac:spMk id="4" creationId="{ABBE1C4F-B617-4282-B5F3-90A960FA4AC9}"/>
          </ac:spMkLst>
        </pc:spChg>
      </pc:sldChg>
      <pc:sldChg chg="addSp modSp add">
        <pc:chgData name="Hu Jingyu" userId="a629a903dcfda7ce" providerId="LiveId" clId="{6E42EEB3-0F62-4E46-9204-E82A6D0FFED7}" dt="2019-09-03T07:40:34.012" v="64" actId="6549"/>
        <pc:sldMkLst>
          <pc:docMk/>
          <pc:sldMk cId="1362252455" sldId="397"/>
        </pc:sldMkLst>
        <pc:spChg chg="add mod">
          <ac:chgData name="Hu Jingyu" userId="a629a903dcfda7ce" providerId="LiveId" clId="{6E42EEB3-0F62-4E46-9204-E82A6D0FFED7}" dt="2019-09-03T07:40:34.012" v="64" actId="6549"/>
          <ac:spMkLst>
            <pc:docMk/>
            <pc:sldMk cId="1362252455" sldId="397"/>
            <ac:spMk id="3" creationId="{9D6FD71D-1783-4906-BAD2-55F550349ED9}"/>
          </ac:spMkLst>
        </pc:spChg>
      </pc:sldChg>
      <pc:sldChg chg="addSp modSp add">
        <pc:chgData name="Hu Jingyu" userId="a629a903dcfda7ce" providerId="LiveId" clId="{6E42EEB3-0F62-4E46-9204-E82A6D0FFED7}" dt="2019-09-03T07:57:50.068" v="150" actId="1076"/>
        <pc:sldMkLst>
          <pc:docMk/>
          <pc:sldMk cId="1270727125" sldId="398"/>
        </pc:sldMkLst>
        <pc:spChg chg="mod">
          <ac:chgData name="Hu Jingyu" userId="a629a903dcfda7ce" providerId="LiveId" clId="{6E42EEB3-0F62-4E46-9204-E82A6D0FFED7}" dt="2019-09-03T07:56:23.545" v="134"/>
          <ac:spMkLst>
            <pc:docMk/>
            <pc:sldMk cId="1270727125" sldId="398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7:44.342" v="149" actId="20577"/>
          <ac:spMkLst>
            <pc:docMk/>
            <pc:sldMk cId="1270727125" sldId="398"/>
            <ac:spMk id="3" creationId="{861B139A-06BA-4BA7-8A7C-31E34F99CDBE}"/>
          </ac:spMkLst>
        </pc:spChg>
        <pc:spChg chg="add mod">
          <ac:chgData name="Hu Jingyu" userId="a629a903dcfda7ce" providerId="LiveId" clId="{6E42EEB3-0F62-4E46-9204-E82A6D0FFED7}" dt="2019-09-03T07:57:50.068" v="150" actId="1076"/>
          <ac:spMkLst>
            <pc:docMk/>
            <pc:sldMk cId="1270727125" sldId="398"/>
            <ac:spMk id="4" creationId="{B4C0E018-C39A-44F2-9144-4D9620D5D158}"/>
          </ac:spMkLst>
        </pc:spChg>
      </pc:sldChg>
      <pc:sldChg chg="addSp modSp add">
        <pc:chgData name="Hu Jingyu" userId="a629a903dcfda7ce" providerId="LiveId" clId="{6E42EEB3-0F62-4E46-9204-E82A6D0FFED7}" dt="2019-09-03T07:59:11.116" v="170" actId="20577"/>
        <pc:sldMkLst>
          <pc:docMk/>
          <pc:sldMk cId="202885516" sldId="399"/>
        </pc:sldMkLst>
        <pc:spChg chg="mod">
          <ac:chgData name="Hu Jingyu" userId="a629a903dcfda7ce" providerId="LiveId" clId="{6E42EEB3-0F62-4E46-9204-E82A6D0FFED7}" dt="2019-09-03T07:57:16.504" v="144"/>
          <ac:spMkLst>
            <pc:docMk/>
            <pc:sldMk cId="202885516" sldId="399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9:11.116" v="170" actId="20577"/>
          <ac:spMkLst>
            <pc:docMk/>
            <pc:sldMk cId="202885516" sldId="399"/>
            <ac:spMk id="3" creationId="{80BF2900-A985-4096-A2CB-FA209A58A7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31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19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5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6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7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2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9" r:id="rId4"/>
    <p:sldLayoutId id="2147483680" r:id="rId5"/>
    <p:sldLayoutId id="2147483681" r:id="rId6"/>
    <p:sldLayoutId id="214748368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98240" y="939493"/>
            <a:ext cx="539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7200" b="1" dirty="0">
                <a:solidFill>
                  <a:srgbClr val="00B050"/>
                </a:solidFill>
                <a:latin typeface="Rockwell" panose="02060603020205020403" pitchFamily="18" charset="0"/>
              </a:rPr>
              <a:t>进度汇报</a:t>
            </a:r>
            <a:endParaRPr lang="en-US" altLang="zh-CN" sz="72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350B59-A3A8-4AD6-B825-430150444B30}"/>
              </a:ext>
            </a:extLst>
          </p:cNvPr>
          <p:cNvSpPr txBox="1"/>
          <p:nvPr/>
        </p:nvSpPr>
        <p:spPr>
          <a:xfrm>
            <a:off x="8890000" y="4718178"/>
            <a:ext cx="2834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n-ea"/>
              </a:rPr>
              <a:t>2020.4.16</a:t>
            </a:r>
          </a:p>
          <a:p>
            <a:pPr algn="ctr"/>
            <a:r>
              <a:rPr lang="zh-CN" altLang="en-US" sz="3200" dirty="0">
                <a:latin typeface="+mn-ea"/>
              </a:rPr>
              <a:t>胡敬玉</a:t>
            </a:r>
          </a:p>
        </p:txBody>
      </p:sp>
    </p:spTree>
    <p:extLst>
      <p:ext uri="{BB962C8B-B14F-4D97-AF65-F5344CB8AC3E}">
        <p14:creationId xmlns:p14="http://schemas.microsoft.com/office/powerpoint/2010/main" val="13019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521855-98AE-46F9-AE08-A0A4A0AC193F}"/>
              </a:ext>
            </a:extLst>
          </p:cNvPr>
          <p:cNvSpPr/>
          <p:nvPr/>
        </p:nvSpPr>
        <p:spPr>
          <a:xfrm>
            <a:off x="406400" y="1674674"/>
            <a:ext cx="112129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L. Yu et al., “</a:t>
            </a:r>
            <a:r>
              <a:rPr lang="en-US" altLang="zh-CN" sz="36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3D Cardiovascular MR Segmentation with Densely-Connected Volumetric </a:t>
            </a:r>
            <a:r>
              <a:rPr lang="en-US" altLang="zh-CN" sz="3600" dirty="0" err="1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ConvNets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,” in MICCAI, 2017, pp. 287–295.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87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11D8BE5-D8A8-4430-BB3B-2521EA1CF554}"/>
              </a:ext>
            </a:extLst>
          </p:cNvPr>
          <p:cNvSpPr txBox="1"/>
          <p:nvPr/>
        </p:nvSpPr>
        <p:spPr>
          <a:xfrm>
            <a:off x="3038763" y="1690252"/>
            <a:ext cx="1653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36986E-BC4F-48CD-BBF3-BB0EEF54D862}"/>
              </a:ext>
            </a:extLst>
          </p:cNvPr>
          <p:cNvSpPr txBox="1"/>
          <p:nvPr/>
        </p:nvSpPr>
        <p:spPr>
          <a:xfrm>
            <a:off x="1245061" y="307733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Motivation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DD89EE06-8176-4C4A-8562-56529AB92DE0}"/>
              </a:ext>
            </a:extLst>
          </p:cNvPr>
          <p:cNvSpPr/>
          <p:nvPr/>
        </p:nvSpPr>
        <p:spPr>
          <a:xfrm>
            <a:off x="4806142" y="1745670"/>
            <a:ext cx="692728" cy="41238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967CDF-3D22-4FC3-A0B3-46536579186F}"/>
              </a:ext>
            </a:extLst>
          </p:cNvPr>
          <p:cNvSpPr txBox="1"/>
          <p:nvPr/>
        </p:nvSpPr>
        <p:spPr>
          <a:xfrm>
            <a:off x="6003635" y="1690252"/>
            <a:ext cx="2346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DenseNet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5127BE-1FBA-43D5-BBBD-37B833BD9375}"/>
              </a:ext>
            </a:extLst>
          </p:cNvPr>
          <p:cNvSpPr txBox="1"/>
          <p:nvPr/>
        </p:nvSpPr>
        <p:spPr>
          <a:xfrm>
            <a:off x="1710572" y="3099508"/>
            <a:ext cx="95485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en-US" altLang="zh-CN" sz="4400" b="1" dirty="0">
                <a:latin typeface="Arial" panose="020B0604020202020204" pitchFamily="34" charset="0"/>
                <a:cs typeface="Arial" panose="020B0604020202020204" pitchFamily="34" charset="0"/>
              </a:rPr>
              <a:t>Feature reuse</a:t>
            </a:r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en-US" altLang="zh-CN" sz="4400" b="1" dirty="0">
                <a:latin typeface="Arial" panose="020B0604020202020204" pitchFamily="34" charset="0"/>
                <a:cs typeface="Arial" panose="020B0604020202020204" pitchFamily="34" charset="0"/>
              </a:rPr>
              <a:t>Supervised by loss function through short connections</a:t>
            </a:r>
            <a:endParaRPr lang="zh-CN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8FB380-7E9D-4CF2-9B15-DB3B7A7B4A29}"/>
              </a:ext>
            </a:extLst>
          </p:cNvPr>
          <p:cNvSpPr txBox="1"/>
          <p:nvPr/>
        </p:nvSpPr>
        <p:spPr>
          <a:xfrm>
            <a:off x="4521200" y="2336844"/>
            <a:ext cx="3648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Shortcut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555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F5BC91C-5E9E-4B6B-84C1-944036F77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82" y="93085"/>
            <a:ext cx="10934700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6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CA393-8BDB-4612-8456-D3CBAF56DD64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 </a:t>
            </a:r>
            <a:r>
              <a:rPr lang="en-US" altLang="zh-CN" sz="3600" dirty="0" err="1">
                <a:solidFill>
                  <a:srgbClr val="000099"/>
                </a:solidFill>
              </a:rPr>
              <a:t>DenseVoxNet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0B2D50-9335-47C9-8696-1733B4BAFA43}"/>
              </a:ext>
            </a:extLst>
          </p:cNvPr>
          <p:cNvSpPr txBox="1"/>
          <p:nvPr/>
        </p:nvSpPr>
        <p:spPr>
          <a:xfrm>
            <a:off x="9712038" y="5511367"/>
            <a:ext cx="1939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Complete</a:t>
            </a:r>
          </a:p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Core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Enhancing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B1F8DE-6C0C-4EEE-9026-97AD6B0A2A55}"/>
              </a:ext>
            </a:extLst>
          </p:cNvPr>
          <p:cNvSpPr txBox="1"/>
          <p:nvPr/>
        </p:nvSpPr>
        <p:spPr>
          <a:xfrm>
            <a:off x="8575966" y="1520793"/>
            <a:ext cx="1939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Dice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E50E646-7407-4A0A-8A90-05BBD3CEC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3" y="1883005"/>
            <a:ext cx="5979086" cy="36662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2AD9102-5BA7-4FD0-873E-7BB121C9B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561" y="2266455"/>
            <a:ext cx="4899315" cy="307075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CEB0255-6C1D-49AC-9880-372C91442C04}"/>
              </a:ext>
            </a:extLst>
          </p:cNvPr>
          <p:cNvSpPr txBox="1"/>
          <p:nvPr/>
        </p:nvSpPr>
        <p:spPr>
          <a:xfrm>
            <a:off x="452582" y="1136073"/>
            <a:ext cx="4304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Optimizer: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SGD</a:t>
            </a:r>
          </a:p>
        </p:txBody>
      </p:sp>
    </p:spTree>
    <p:extLst>
      <p:ext uri="{BB962C8B-B14F-4D97-AF65-F5344CB8AC3E}">
        <p14:creationId xmlns:p14="http://schemas.microsoft.com/office/powerpoint/2010/main" val="59534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1E5F38-8A53-40AD-A30F-606433B8C956}"/>
              </a:ext>
            </a:extLst>
          </p:cNvPr>
          <p:cNvSpPr txBox="1"/>
          <p:nvPr/>
        </p:nvSpPr>
        <p:spPr>
          <a:xfrm>
            <a:off x="452582" y="1136073"/>
            <a:ext cx="4304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Optimizer: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Adam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8FC9DD-E4AC-432B-ACCB-E5CBCB5D2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142" y="2014975"/>
            <a:ext cx="6677025" cy="39909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C22211C-A456-4BA0-9CA2-58793C4DB2BD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 </a:t>
            </a:r>
            <a:r>
              <a:rPr lang="en-US" altLang="zh-CN" sz="3600" dirty="0" err="1">
                <a:solidFill>
                  <a:srgbClr val="000099"/>
                </a:solidFill>
              </a:rPr>
              <a:t>DenseVoxNet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63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3C60864-2EA3-4DCB-A434-A1630212D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753808"/>
              </p:ext>
            </p:extLst>
          </p:nvPr>
        </p:nvGraphicFramePr>
        <p:xfrm>
          <a:off x="877456" y="1006764"/>
          <a:ext cx="10005295" cy="55443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10920">
                  <a:extLst>
                    <a:ext uri="{9D8B030D-6E8A-4147-A177-3AD203B41FA5}">
                      <a16:colId xmlns:a16="http://schemas.microsoft.com/office/drawing/2014/main" val="2610225517"/>
                    </a:ext>
                  </a:extLst>
                </a:gridCol>
                <a:gridCol w="1423988">
                  <a:extLst>
                    <a:ext uri="{9D8B030D-6E8A-4147-A177-3AD203B41FA5}">
                      <a16:colId xmlns:a16="http://schemas.microsoft.com/office/drawing/2014/main" val="264271977"/>
                    </a:ext>
                  </a:extLst>
                </a:gridCol>
                <a:gridCol w="1741224">
                  <a:extLst>
                    <a:ext uri="{9D8B030D-6E8A-4147-A177-3AD203B41FA5}">
                      <a16:colId xmlns:a16="http://schemas.microsoft.com/office/drawing/2014/main" val="71073209"/>
                    </a:ext>
                  </a:extLst>
                </a:gridCol>
                <a:gridCol w="2429163">
                  <a:extLst>
                    <a:ext uri="{9D8B030D-6E8A-4147-A177-3AD203B41FA5}">
                      <a16:colId xmlns:a16="http://schemas.microsoft.com/office/drawing/2014/main" val="4063639382"/>
                    </a:ext>
                  </a:extLst>
                </a:gridCol>
              </a:tblGrid>
              <a:tr h="535709">
                <a:tc rowSpan="2"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Dice Coefficient</a:t>
                      </a:r>
                      <a:endParaRPr lang="zh-CN" sz="24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69375"/>
                  </a:ext>
                </a:extLst>
              </a:tr>
              <a:tr h="11785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Enhancing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3603159"/>
                  </a:ext>
                </a:extLst>
              </a:tr>
              <a:tr h="589252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DenseVoxNet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0.8533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0.8352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0.7829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6874723"/>
                  </a:ext>
                </a:extLst>
              </a:tr>
              <a:tr h="589252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Chen et al.[21] 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4831100"/>
                  </a:ext>
                </a:extLst>
              </a:tr>
              <a:tr h="883878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Dolz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al.[20] 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0.8389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0.7968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0.7987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4255927"/>
                  </a:ext>
                </a:extLst>
              </a:tr>
              <a:tr h="883878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0.8945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0.8483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0.8303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7874881"/>
                  </a:ext>
                </a:extLst>
              </a:tr>
              <a:tr h="883878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Re-implement(</a:t>
                      </a:r>
                      <a:r>
                        <a:rPr lang="en-US" altLang="zh-CN" sz="2000" dirty="0" err="1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Pytorch</a:t>
                      </a:r>
                      <a:r>
                        <a:rPr lang="en-US" altLang="zh-CN" sz="200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)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0.8748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b="1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0.8503</a:t>
                      </a:r>
                      <a:endParaRPr lang="zh-CN" sz="2000" b="1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0.8082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1007259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DFF97EE-A0AB-4AFF-9686-A1CA19372ECD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 </a:t>
            </a:r>
            <a:r>
              <a:rPr lang="en-US" altLang="zh-CN" sz="3600" dirty="0" err="1">
                <a:solidFill>
                  <a:srgbClr val="000099"/>
                </a:solidFill>
              </a:rPr>
              <a:t>DenseVoxNet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1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2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20395</TotalTime>
  <Words>104</Words>
  <Application>Microsoft Office PowerPoint</Application>
  <PresentationFormat>宽屏</PresentationFormat>
  <Paragraphs>46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宋体</vt:lpstr>
      <vt:lpstr>微软雅黑</vt:lpstr>
      <vt:lpstr>Arial</vt:lpstr>
      <vt:lpstr>Rockwell</vt:lpstr>
      <vt:lpstr>Segoe UI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Jingyu Hu</cp:lastModifiedBy>
  <cp:revision>1222</cp:revision>
  <dcterms:created xsi:type="dcterms:W3CDTF">2015-08-18T02:51:41Z</dcterms:created>
  <dcterms:modified xsi:type="dcterms:W3CDTF">2020-04-16T05:55:36Z</dcterms:modified>
  <cp:category/>
</cp:coreProperties>
</file>