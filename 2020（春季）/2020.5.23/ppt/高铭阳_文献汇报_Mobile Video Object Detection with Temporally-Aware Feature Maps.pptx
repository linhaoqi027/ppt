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2"/>
  </p:notesMasterIdLst>
  <p:sldIdLst>
    <p:sldId id="273" r:id="rId2"/>
    <p:sldId id="274" r:id="rId3"/>
    <p:sldId id="298" r:id="rId4"/>
    <p:sldId id="279" r:id="rId5"/>
    <p:sldId id="307" r:id="rId6"/>
    <p:sldId id="308" r:id="rId7"/>
    <p:sldId id="309" r:id="rId8"/>
    <p:sldId id="300" r:id="rId9"/>
    <p:sldId id="301" r:id="rId10"/>
    <p:sldId id="306"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7055" autoAdjust="0"/>
  </p:normalViewPr>
  <p:slideViewPr>
    <p:cSldViewPr>
      <p:cViewPr varScale="1">
        <p:scale>
          <a:sx n="84" d="100"/>
          <a:sy n="84" d="100"/>
        </p:scale>
        <p:origin x="-1421"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7E7FD1-329C-442A-865F-606706CC9DFF}" type="datetimeFigureOut">
              <a:rPr lang="zh-CN" altLang="en-US" smtClean="0"/>
              <a:t>2020/5/21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F01851-CD6B-47E8-9DA1-B8AF7902D443}" type="slidenum">
              <a:rPr lang="zh-CN" altLang="en-US" smtClean="0"/>
              <a:t>‹#›</a:t>
            </a:fld>
            <a:endParaRPr lang="zh-CN" altLang="en-US"/>
          </a:p>
        </p:txBody>
      </p:sp>
    </p:spTree>
    <p:extLst>
      <p:ext uri="{BB962C8B-B14F-4D97-AF65-F5344CB8AC3E}">
        <p14:creationId xmlns:p14="http://schemas.microsoft.com/office/powerpoint/2010/main" val="2306389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2020/5/21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文献汇报</a:t>
            </a:r>
            <a:endParaRPr lang="zh-CN" altLang="en-US" dirty="0"/>
          </a:p>
        </p:txBody>
      </p:sp>
      <p:sp>
        <p:nvSpPr>
          <p:cNvPr id="3" name="副标题 2"/>
          <p:cNvSpPr>
            <a:spLocks noGrp="1"/>
          </p:cNvSpPr>
          <p:nvPr>
            <p:ph type="subTitle" idx="1"/>
          </p:nvPr>
        </p:nvSpPr>
        <p:spPr>
          <a:xfrm>
            <a:off x="1371600" y="3886200"/>
            <a:ext cx="7448872" cy="1752600"/>
          </a:xfrm>
        </p:spPr>
        <p:txBody>
          <a:bodyPr>
            <a:normAutofit/>
          </a:bodyPr>
          <a:lstStyle/>
          <a:p>
            <a:r>
              <a:rPr lang="zh-CN" altLang="en-US" sz="2400" dirty="0" smtClean="0"/>
              <a:t>                                                      </a:t>
            </a:r>
            <a:endParaRPr lang="en-US" altLang="zh-CN" sz="2400" dirty="0" smtClean="0"/>
          </a:p>
          <a:p>
            <a:r>
              <a:rPr lang="en-US" altLang="zh-CN" sz="2400" dirty="0">
                <a:solidFill>
                  <a:schemeClr val="tx1"/>
                </a:solidFill>
                <a:latin typeface="Times New Roman" pitchFamily="18" charset="0"/>
                <a:ea typeface="宋体" pitchFamily="2" charset="-122"/>
              </a:rPr>
              <a:t> </a:t>
            </a:r>
            <a:r>
              <a:rPr lang="en-US" altLang="zh-CN" sz="2400" dirty="0" smtClean="0">
                <a:solidFill>
                  <a:schemeClr val="tx1"/>
                </a:solidFill>
                <a:latin typeface="Times New Roman" pitchFamily="18" charset="0"/>
                <a:ea typeface="宋体" pitchFamily="2" charset="-122"/>
              </a:rPr>
              <a:t>                                               </a:t>
            </a:r>
            <a:r>
              <a:rPr lang="zh-CN" altLang="en-US" sz="2400" dirty="0" smtClean="0">
                <a:solidFill>
                  <a:schemeClr val="tx1"/>
                </a:solidFill>
                <a:latin typeface="Times New Roman" pitchFamily="18" charset="0"/>
                <a:ea typeface="宋体" pitchFamily="2" charset="-122"/>
              </a:rPr>
              <a:t>高铭阳</a:t>
            </a:r>
            <a:endParaRPr lang="en-US" altLang="zh-CN" sz="2400" dirty="0" smtClean="0">
              <a:solidFill>
                <a:schemeClr val="tx1"/>
              </a:solidFill>
              <a:latin typeface="Times New Roman" pitchFamily="18" charset="0"/>
              <a:ea typeface="宋体" pitchFamily="2" charset="-122"/>
            </a:endParaRPr>
          </a:p>
          <a:p>
            <a:r>
              <a:rPr lang="en-US" altLang="zh-CN" sz="2400" dirty="0">
                <a:solidFill>
                  <a:schemeClr val="tx1"/>
                </a:solidFill>
                <a:latin typeface="Times New Roman" pitchFamily="18" charset="0"/>
                <a:ea typeface="宋体" pitchFamily="2" charset="-122"/>
              </a:rPr>
              <a:t> </a:t>
            </a:r>
            <a:r>
              <a:rPr lang="en-US" altLang="zh-CN" sz="2400" dirty="0" smtClean="0">
                <a:solidFill>
                  <a:schemeClr val="tx1"/>
                </a:solidFill>
                <a:latin typeface="Times New Roman" pitchFamily="18" charset="0"/>
                <a:ea typeface="宋体" pitchFamily="2" charset="-122"/>
              </a:rPr>
              <a:t>                                                      2019.12.26</a:t>
            </a:r>
            <a:endParaRPr lang="zh-CN" altLang="en-US" sz="2400" dirty="0">
              <a:solidFill>
                <a:schemeClr val="tx1"/>
              </a:solidFill>
              <a:latin typeface="Times New Roman" pitchFamily="18" charset="0"/>
              <a:ea typeface="宋体" pitchFamily="2" charset="-122"/>
            </a:endParaRPr>
          </a:p>
        </p:txBody>
      </p:sp>
    </p:spTree>
    <p:extLst>
      <p:ext uri="{BB962C8B-B14F-4D97-AF65-F5344CB8AC3E}">
        <p14:creationId xmlns:p14="http://schemas.microsoft.com/office/powerpoint/2010/main" val="31302313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60647"/>
            <a:ext cx="7632848" cy="1592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060848"/>
            <a:ext cx="4606453" cy="4573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1584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139" y="732766"/>
            <a:ext cx="8640960" cy="1754326"/>
          </a:xfrm>
          <a:prstGeom prst="rect">
            <a:avLst/>
          </a:prstGeom>
          <a:noFill/>
        </p:spPr>
        <p:txBody>
          <a:bodyPr wrap="square" rtlCol="0">
            <a:spAutoFit/>
          </a:bodyPr>
          <a:lstStyle/>
          <a:p>
            <a:r>
              <a:rPr lang="zh-CN" altLang="en-US" dirty="0" smtClean="0"/>
              <a:t>         近几年</a:t>
            </a:r>
            <a:r>
              <a:rPr lang="zh-CN" altLang="en-US" dirty="0"/>
              <a:t>图像目标检测算法在深度学习的助力下取得了令人瞩目的成就，但是在将其实际运用在视频检测当中会遇到很多图像目标检测算法很难解决的困难，例如检测不稳定，计算量等。并且会遗失视频中重要的时序信息（帧间的相关性），这些信息无疑会帮助提升视频目标检测的精度和速度。本文作者将</a:t>
            </a:r>
            <a:r>
              <a:rPr lang="en-US" altLang="zh-CN" dirty="0" err="1"/>
              <a:t>conv</a:t>
            </a:r>
            <a:r>
              <a:rPr lang="en-US" altLang="zh-CN" dirty="0"/>
              <a:t>-LSTM</a:t>
            </a:r>
            <a:r>
              <a:rPr lang="zh-CN" altLang="en-US" dirty="0"/>
              <a:t>进一步改进并嵌入到现有的目标检测算法当中，旨在合理利用时序信息（将早期帧的检测信息用于当前检测）优化检测，同时可以实时检测</a:t>
            </a:r>
            <a:r>
              <a:rPr lang="zh-CN" altLang="en-US" dirty="0" smtClean="0"/>
              <a:t>。</a:t>
            </a:r>
            <a:endParaRPr lang="zh-CN" altLang="en-US" dirty="0"/>
          </a:p>
        </p:txBody>
      </p:sp>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动机</a:t>
            </a:r>
            <a:endParaRPr lang="zh-CN" altLang="en-US" sz="2000" b="1" dirty="0"/>
          </a:p>
        </p:txBody>
      </p:sp>
      <p:sp>
        <p:nvSpPr>
          <p:cNvPr id="4" name="TextBox 3"/>
          <p:cNvSpPr txBox="1"/>
          <p:nvPr/>
        </p:nvSpPr>
        <p:spPr>
          <a:xfrm>
            <a:off x="442062" y="3820892"/>
            <a:ext cx="8676456" cy="1754326"/>
          </a:xfrm>
          <a:prstGeom prst="rect">
            <a:avLst/>
          </a:prstGeom>
          <a:noFill/>
        </p:spPr>
        <p:txBody>
          <a:bodyPr wrap="square" rtlCol="0">
            <a:spAutoFit/>
          </a:bodyPr>
          <a:lstStyle/>
          <a:p>
            <a:r>
              <a:rPr lang="zh-CN" altLang="en-US" dirty="0"/>
              <a:t>本文的贡献如下：</a:t>
            </a:r>
            <a:br>
              <a:rPr lang="zh-CN" altLang="en-US" dirty="0"/>
            </a:br>
            <a:r>
              <a:rPr lang="en-US" altLang="zh-CN" dirty="0" smtClean="0"/>
              <a:t>1</a:t>
            </a:r>
            <a:r>
              <a:rPr lang="zh-CN" altLang="en-US" dirty="0" smtClean="0"/>
              <a:t>、引入</a:t>
            </a:r>
            <a:r>
              <a:rPr lang="zh-CN" altLang="en-US" dirty="0"/>
              <a:t>了统一的架构，用于在需要最少计算资源的视频中执行在线对象检测。</a:t>
            </a:r>
            <a:br>
              <a:rPr lang="zh-CN" altLang="en-US" dirty="0"/>
            </a:br>
            <a:r>
              <a:rPr lang="en-US" altLang="zh-CN" dirty="0" smtClean="0"/>
              <a:t>2</a:t>
            </a:r>
            <a:r>
              <a:rPr lang="zh-CN" altLang="en-US" dirty="0" smtClean="0"/>
              <a:t>、我们</a:t>
            </a:r>
            <a:r>
              <a:rPr lang="zh-CN" altLang="en-US" dirty="0"/>
              <a:t>提出卷积体系中循环层的新角色作为特征映射的时间细化。</a:t>
            </a:r>
            <a:br>
              <a:rPr lang="zh-CN" altLang="en-US" dirty="0"/>
            </a:br>
            <a:r>
              <a:rPr lang="en-US" altLang="zh-CN" dirty="0" smtClean="0"/>
              <a:t>3</a:t>
            </a:r>
            <a:r>
              <a:rPr lang="zh-CN" altLang="en-US" dirty="0" smtClean="0"/>
              <a:t>、通过</a:t>
            </a:r>
            <a:r>
              <a:rPr lang="zh-CN" altLang="en-US" dirty="0"/>
              <a:t>将卷积</a:t>
            </a:r>
            <a:r>
              <a:rPr lang="en-US" altLang="zh-CN" dirty="0"/>
              <a:t>LSTM</a:t>
            </a:r>
            <a:r>
              <a:rPr lang="zh-CN" altLang="en-US" dirty="0"/>
              <a:t>修改为高效，我们证明了在以效率为中心的网络中使用循环层的可行性。</a:t>
            </a:r>
          </a:p>
          <a:p>
            <a:endParaRPr lang="zh-CN" altLang="en-US" dirty="0"/>
          </a:p>
        </p:txBody>
      </p:sp>
      <p:sp>
        <p:nvSpPr>
          <p:cNvPr id="5" name="TextBox 4"/>
          <p:cNvSpPr txBox="1"/>
          <p:nvPr/>
        </p:nvSpPr>
        <p:spPr>
          <a:xfrm>
            <a:off x="547936" y="3212976"/>
            <a:ext cx="2592288" cy="400110"/>
          </a:xfrm>
          <a:prstGeom prst="rect">
            <a:avLst/>
          </a:prstGeom>
          <a:noFill/>
        </p:spPr>
        <p:txBody>
          <a:bodyPr wrap="square" rtlCol="0">
            <a:spAutoFit/>
          </a:bodyPr>
          <a:lstStyle/>
          <a:p>
            <a:r>
              <a:rPr lang="zh-CN" altLang="en-US" sz="2000" b="1" dirty="0"/>
              <a:t>贡献</a:t>
            </a:r>
            <a:endParaRPr lang="zh-CN" altLang="en-US" sz="2000" b="1" dirty="0"/>
          </a:p>
        </p:txBody>
      </p:sp>
    </p:spTree>
    <p:extLst>
      <p:ext uri="{BB962C8B-B14F-4D97-AF65-F5344CB8AC3E}">
        <p14:creationId xmlns:p14="http://schemas.microsoft.com/office/powerpoint/2010/main" val="4242015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方法</a:t>
            </a:r>
            <a:endParaRPr lang="zh-CN" altLang="en-US" sz="2000"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524" y="963543"/>
            <a:ext cx="8676964" cy="1468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55" y="3212976"/>
            <a:ext cx="9035946"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95536" y="2708920"/>
            <a:ext cx="2592288" cy="400110"/>
          </a:xfrm>
          <a:prstGeom prst="rect">
            <a:avLst/>
          </a:prstGeom>
          <a:noFill/>
        </p:spPr>
        <p:txBody>
          <a:bodyPr wrap="square" rtlCol="0">
            <a:spAutoFit/>
          </a:bodyPr>
          <a:lstStyle/>
          <a:p>
            <a:r>
              <a:rPr lang="zh-CN" altLang="en-US" sz="2000" b="1" dirty="0" smtClean="0"/>
              <a:t>将</a:t>
            </a:r>
            <a:r>
              <a:rPr lang="en-US" altLang="zh-CN" sz="2000" b="1" dirty="0" smtClean="0"/>
              <a:t>LSTM</a:t>
            </a:r>
            <a:r>
              <a:rPr lang="zh-CN" altLang="en-US" sz="2000" b="1" dirty="0" smtClean="0"/>
              <a:t>集成到</a:t>
            </a:r>
            <a:r>
              <a:rPr lang="en-US" altLang="zh-CN" sz="2000" b="1" dirty="0" smtClean="0"/>
              <a:t>SSD</a:t>
            </a:r>
            <a:r>
              <a:rPr lang="zh-CN" altLang="en-US" sz="2000" b="1" dirty="0" smtClean="0"/>
              <a:t>中</a:t>
            </a:r>
            <a:endParaRPr lang="zh-CN" altLang="en-US" sz="2000" b="1" dirty="0"/>
          </a:p>
        </p:txBody>
      </p:sp>
    </p:spTree>
    <p:extLst>
      <p:ext uri="{BB962C8B-B14F-4D97-AF65-F5344CB8AC3E}">
        <p14:creationId xmlns:p14="http://schemas.microsoft.com/office/powerpoint/2010/main" val="14809832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764704"/>
            <a:ext cx="6762750" cy="554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96761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2592288" cy="400110"/>
          </a:xfrm>
          <a:prstGeom prst="rect">
            <a:avLst/>
          </a:prstGeom>
          <a:noFill/>
        </p:spPr>
        <p:txBody>
          <a:bodyPr wrap="square" rtlCol="0">
            <a:spAutoFit/>
          </a:bodyPr>
          <a:lstStyle/>
          <a:p>
            <a:r>
              <a:rPr lang="en-US" altLang="zh-CN" sz="2000" b="1" dirty="0" smtClean="0"/>
              <a:t>LSTM</a:t>
            </a:r>
            <a:r>
              <a:rPr lang="zh-CN" altLang="en-US" sz="2000" b="1" dirty="0" smtClean="0"/>
              <a:t>放置方法</a:t>
            </a:r>
            <a:endParaRPr lang="zh-CN" altLang="en-US" sz="2000" b="1" dirty="0"/>
          </a:p>
        </p:txBody>
      </p:sp>
      <p:sp>
        <p:nvSpPr>
          <p:cNvPr id="8" name="TextBox 7"/>
          <p:cNvSpPr txBox="1"/>
          <p:nvPr/>
        </p:nvSpPr>
        <p:spPr>
          <a:xfrm>
            <a:off x="382226" y="1521870"/>
            <a:ext cx="5112568" cy="923330"/>
          </a:xfrm>
          <a:prstGeom prst="rect">
            <a:avLst/>
          </a:prstGeom>
          <a:noFill/>
        </p:spPr>
        <p:txBody>
          <a:bodyPr wrap="square" rtlCol="0">
            <a:spAutoFit/>
          </a:bodyPr>
          <a:lstStyle/>
          <a:p>
            <a:r>
              <a:rPr lang="en-US" altLang="zh-CN" dirty="0"/>
              <a:t>1.</a:t>
            </a:r>
            <a:r>
              <a:rPr lang="zh-CN" altLang="en-US" dirty="0"/>
              <a:t>在</a:t>
            </a:r>
            <a:r>
              <a:rPr lang="en-US" altLang="zh-CN" dirty="0"/>
              <a:t>Conv13</a:t>
            </a:r>
            <a:r>
              <a:rPr lang="zh-CN" altLang="en-US" dirty="0"/>
              <a:t>层之后放置一个</a:t>
            </a:r>
            <a:r>
              <a:rPr lang="en-US" altLang="zh-CN" dirty="0"/>
              <a:t>LSTM</a:t>
            </a:r>
            <a:r>
              <a:rPr lang="zh-CN" altLang="en-US" dirty="0"/>
              <a:t>。</a:t>
            </a:r>
            <a:br>
              <a:rPr lang="zh-CN" altLang="en-US" dirty="0"/>
            </a:br>
            <a:r>
              <a:rPr lang="en-US" altLang="zh-CN" dirty="0"/>
              <a:t>2.</a:t>
            </a:r>
            <a:r>
              <a:rPr lang="zh-CN" altLang="en-US" dirty="0"/>
              <a:t>在</a:t>
            </a:r>
            <a:r>
              <a:rPr lang="en-US" altLang="zh-CN" dirty="0"/>
              <a:t>Conv13</a:t>
            </a:r>
            <a:r>
              <a:rPr lang="zh-CN" altLang="en-US" dirty="0"/>
              <a:t>层之后堆叠多个</a:t>
            </a:r>
            <a:r>
              <a:rPr lang="en-US" altLang="zh-CN" dirty="0"/>
              <a:t>LSTM</a:t>
            </a:r>
            <a:r>
              <a:rPr lang="zh-CN" altLang="en-US" dirty="0"/>
              <a:t>。</a:t>
            </a:r>
            <a:br>
              <a:rPr lang="zh-CN" altLang="en-US" dirty="0"/>
            </a:br>
            <a:r>
              <a:rPr lang="en-US" altLang="zh-CN" dirty="0"/>
              <a:t>3.</a:t>
            </a:r>
            <a:r>
              <a:rPr lang="zh-CN" altLang="en-US" dirty="0"/>
              <a:t>在</a:t>
            </a:r>
            <a:r>
              <a:rPr lang="zh-CN" altLang="en-US" dirty="0" smtClean="0"/>
              <a:t>每个特征图</a:t>
            </a:r>
            <a:r>
              <a:rPr lang="zh-CN" altLang="en-US" dirty="0"/>
              <a:t>后放置一个</a:t>
            </a:r>
            <a:r>
              <a:rPr lang="en-US" altLang="zh-CN" dirty="0"/>
              <a:t>LSTM</a:t>
            </a:r>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349998"/>
            <a:ext cx="436245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17" y="3861048"/>
            <a:ext cx="8623300"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4920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改进宽度乘子</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116966"/>
            <a:ext cx="641985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40670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改进</a:t>
            </a:r>
            <a:r>
              <a:rPr lang="en-US" altLang="zh-CN" sz="2000" b="1" dirty="0"/>
              <a:t>LSTM</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3342589"/>
            <a:ext cx="5321862"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8560" y="3916167"/>
            <a:ext cx="3693833" cy="1445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008" y="1149240"/>
            <a:ext cx="8616771" cy="1415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48349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536" y="332656"/>
            <a:ext cx="2592288" cy="400110"/>
          </a:xfrm>
          <a:prstGeom prst="rect">
            <a:avLst/>
          </a:prstGeom>
          <a:noFill/>
        </p:spPr>
        <p:txBody>
          <a:bodyPr wrap="square" rtlCol="0">
            <a:spAutoFit/>
          </a:bodyPr>
          <a:lstStyle/>
          <a:p>
            <a:r>
              <a:rPr lang="zh-CN" altLang="en-US" sz="2000" b="1" dirty="0"/>
              <a:t>对比</a:t>
            </a:r>
            <a:endParaRPr lang="zh-CN" altLang="en-US" sz="2000" b="1"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556792"/>
            <a:ext cx="6743700"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07210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2" y="2110147"/>
            <a:ext cx="6696075"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95536" y="332656"/>
            <a:ext cx="2592288" cy="400110"/>
          </a:xfrm>
          <a:prstGeom prst="rect">
            <a:avLst/>
          </a:prstGeom>
          <a:noFill/>
        </p:spPr>
        <p:txBody>
          <a:bodyPr wrap="square" rtlCol="0">
            <a:spAutoFit/>
          </a:bodyPr>
          <a:lstStyle/>
          <a:p>
            <a:r>
              <a:rPr lang="zh-CN" altLang="en-US" sz="2000" b="1" dirty="0"/>
              <a:t>实验</a:t>
            </a:r>
            <a:endParaRPr lang="zh-CN" altLang="en-US" sz="2000" b="1" dirty="0"/>
          </a:p>
        </p:txBody>
      </p:sp>
    </p:spTree>
    <p:extLst>
      <p:ext uri="{BB962C8B-B14F-4D97-AF65-F5344CB8AC3E}">
        <p14:creationId xmlns:p14="http://schemas.microsoft.com/office/powerpoint/2010/main" val="8267674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2619</TotalTime>
  <Words>162</Words>
  <Application>Microsoft Office PowerPoint</Application>
  <PresentationFormat>全屏显示(4:3)</PresentationFormat>
  <Paragraphs>16</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Office 主题</vt:lpstr>
      <vt:lpstr>文献汇报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Ming Yang</dc:creator>
  <cp:lastModifiedBy>Ming Yang</cp:lastModifiedBy>
  <cp:revision>101</cp:revision>
  <dcterms:created xsi:type="dcterms:W3CDTF">2019-01-07T15:21:41Z</dcterms:created>
  <dcterms:modified xsi:type="dcterms:W3CDTF">2020-05-21T07:32:08Z</dcterms:modified>
</cp:coreProperties>
</file>