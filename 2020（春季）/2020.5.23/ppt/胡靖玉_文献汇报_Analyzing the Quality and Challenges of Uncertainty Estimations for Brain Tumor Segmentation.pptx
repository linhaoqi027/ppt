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13"/>
  </p:notesMasterIdLst>
  <p:handoutMasterIdLst>
    <p:handoutMasterId r:id="rId14"/>
  </p:handoutMasterIdLst>
  <p:sldIdLst>
    <p:sldId id="303" r:id="rId2"/>
    <p:sldId id="355" r:id="rId3"/>
    <p:sldId id="356" r:id="rId4"/>
    <p:sldId id="359" r:id="rId5"/>
    <p:sldId id="360" r:id="rId6"/>
    <p:sldId id="361" r:id="rId7"/>
    <p:sldId id="362" r:id="rId8"/>
    <p:sldId id="363" r:id="rId9"/>
    <p:sldId id="358" r:id="rId10"/>
    <p:sldId id="357" r:id="rId11"/>
    <p:sldId id="353" r:id="rId12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0000"/>
    <a:srgbClr val="6600FF"/>
    <a:srgbClr val="000099"/>
    <a:srgbClr val="33CC33"/>
    <a:srgbClr val="00CC66"/>
    <a:srgbClr val="009999"/>
    <a:srgbClr val="FF3300"/>
    <a:srgbClr val="FFFFF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38" autoAdjust="0"/>
    <p:restoredTop sz="96408" autoAdjust="0"/>
  </p:normalViewPr>
  <p:slideViewPr>
    <p:cSldViewPr snapToGrid="0" snapToObjects="1">
      <p:cViewPr varScale="1">
        <p:scale>
          <a:sx n="69" d="100"/>
          <a:sy n="69" d="100"/>
        </p:scale>
        <p:origin x="244" y="44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Jingyu" userId="a629a903dcfda7ce" providerId="LiveId" clId="{6E42EEB3-0F62-4E46-9204-E82A6D0FFED7}"/>
    <pc:docChg chg="undo custSel addSld delSld modSld">
      <pc:chgData name="Hu Jingyu" userId="a629a903dcfda7ce" providerId="LiveId" clId="{6E42EEB3-0F62-4E46-9204-E82A6D0FFED7}" dt="2019-09-03T08:54:10.887" v="445" actId="1076"/>
      <pc:docMkLst>
        <pc:docMk/>
      </pc:docMkLst>
      <pc:sldChg chg="addSp modSp">
        <pc:chgData name="Hu Jingyu" userId="a629a903dcfda7ce" providerId="LiveId" clId="{6E42EEB3-0F62-4E46-9204-E82A6D0FFED7}" dt="2019-09-03T08:54:10.887" v="445" actId="1076"/>
        <pc:sldMkLst>
          <pc:docMk/>
          <pc:sldMk cId="621215762" sldId="387"/>
        </pc:sldMkLst>
        <pc:spChg chg="add mod">
          <ac:chgData name="Hu Jingyu" userId="a629a903dcfda7ce" providerId="LiveId" clId="{6E42EEB3-0F62-4E46-9204-E82A6D0FFED7}" dt="2019-09-03T08:54:10.887" v="445" actId="1076"/>
          <ac:spMkLst>
            <pc:docMk/>
            <pc:sldMk cId="621215762" sldId="387"/>
            <ac:spMk id="4" creationId="{3190080E-7536-4D53-BE08-3EFFA7EF819D}"/>
          </ac:spMkLst>
        </pc:spChg>
      </pc:sldChg>
      <pc:sldChg chg="addSp modSp">
        <pc:chgData name="Hu Jingyu" userId="a629a903dcfda7ce" providerId="LiveId" clId="{6E42EEB3-0F62-4E46-9204-E82A6D0FFED7}" dt="2019-09-03T07:37:53.133" v="27" actId="1076"/>
        <pc:sldMkLst>
          <pc:docMk/>
          <pc:sldMk cId="202914713" sldId="388"/>
        </pc:sldMkLst>
        <pc:spChg chg="add mod">
          <ac:chgData name="Hu Jingyu" userId="a629a903dcfda7ce" providerId="LiveId" clId="{6E42EEB3-0F62-4E46-9204-E82A6D0FFED7}" dt="2019-09-03T07:37:53.133" v="27" actId="1076"/>
          <ac:spMkLst>
            <pc:docMk/>
            <pc:sldMk cId="202914713" sldId="388"/>
            <ac:spMk id="3" creationId="{10BF996B-7050-4B6A-BE5D-ED0B2CA913E7}"/>
          </ac:spMkLst>
        </pc:spChg>
      </pc:sldChg>
      <pc:sldChg chg="addSp modSp">
        <pc:chgData name="Hu Jingyu" userId="a629a903dcfda7ce" providerId="LiveId" clId="{6E42EEB3-0F62-4E46-9204-E82A6D0FFED7}" dt="2019-09-03T07:33:18.358" v="14" actId="1076"/>
        <pc:sldMkLst>
          <pc:docMk/>
          <pc:sldMk cId="1228813056" sldId="389"/>
        </pc:sldMkLst>
        <pc:spChg chg="add mod">
          <ac:chgData name="Hu Jingyu" userId="a629a903dcfda7ce" providerId="LiveId" clId="{6E42EEB3-0F62-4E46-9204-E82A6D0FFED7}" dt="2019-09-03T07:33:18.358" v="14" actId="1076"/>
          <ac:spMkLst>
            <pc:docMk/>
            <pc:sldMk cId="1228813056" sldId="389"/>
            <ac:spMk id="3" creationId="{6B61952B-2046-4671-9A30-1822114C9634}"/>
          </ac:spMkLst>
        </pc:spChg>
      </pc:sldChg>
      <pc:sldChg chg="addSp modSp">
        <pc:chgData name="Hu Jingyu" userId="a629a903dcfda7ce" providerId="LiveId" clId="{6E42EEB3-0F62-4E46-9204-E82A6D0FFED7}" dt="2019-09-03T07:31:16.547" v="7" actId="20577"/>
        <pc:sldMkLst>
          <pc:docMk/>
          <pc:sldMk cId="825811426" sldId="390"/>
        </pc:sldMkLst>
        <pc:spChg chg="add mod">
          <ac:chgData name="Hu Jingyu" userId="a629a903dcfda7ce" providerId="LiveId" clId="{6E42EEB3-0F62-4E46-9204-E82A6D0FFED7}" dt="2019-09-03T07:31:16.547" v="7" actId="20577"/>
          <ac:spMkLst>
            <pc:docMk/>
            <pc:sldMk cId="825811426" sldId="390"/>
            <ac:spMk id="3" creationId="{A31E6083-E0E7-4119-B998-E2D68DB5555B}"/>
          </ac:spMkLst>
        </pc:spChg>
      </pc:sldChg>
      <pc:sldChg chg="addSp modSp">
        <pc:chgData name="Hu Jingyu" userId="a629a903dcfda7ce" providerId="LiveId" clId="{6E42EEB3-0F62-4E46-9204-E82A6D0FFED7}" dt="2019-09-03T08:06:58.711" v="176" actId="1076"/>
        <pc:sldMkLst>
          <pc:docMk/>
          <pc:sldMk cId="1605259674" sldId="392"/>
        </pc:sldMkLst>
        <pc:spChg chg="add mod">
          <ac:chgData name="Hu Jingyu" userId="a629a903dcfda7ce" providerId="LiveId" clId="{6E42EEB3-0F62-4E46-9204-E82A6D0FFED7}" dt="2019-09-03T07:38:14.013" v="34" actId="1076"/>
          <ac:spMkLst>
            <pc:docMk/>
            <pc:sldMk cId="1605259674" sldId="392"/>
            <ac:spMk id="3" creationId="{96FB616E-CE6B-436E-9624-AAC50D9757F5}"/>
          </ac:spMkLst>
        </pc:spChg>
        <pc:spChg chg="add mod">
          <ac:chgData name="Hu Jingyu" userId="a629a903dcfda7ce" providerId="LiveId" clId="{6E42EEB3-0F62-4E46-9204-E82A6D0FFED7}" dt="2019-09-03T08:06:58.711" v="176" actId="1076"/>
          <ac:spMkLst>
            <pc:docMk/>
            <pc:sldMk cId="1605259674" sldId="392"/>
            <ac:spMk id="4" creationId="{A0F610A6-3EEF-4E55-917B-8FB3D90A5069}"/>
          </ac:spMkLst>
        </pc:spChg>
      </pc:sldChg>
      <pc:sldChg chg="addSp delSp modSp del">
        <pc:chgData name="Hu Jingyu" userId="a629a903dcfda7ce" providerId="LiveId" clId="{6E42EEB3-0F62-4E46-9204-E82A6D0FFED7}" dt="2019-09-03T08:07:31.045" v="177" actId="2696"/>
        <pc:sldMkLst>
          <pc:docMk/>
          <pc:sldMk cId="3747303549" sldId="393"/>
        </pc:sldMkLst>
        <pc:spChg chg="add del mod">
          <ac:chgData name="Hu Jingyu" userId="a629a903dcfda7ce" providerId="LiveId" clId="{6E42EEB3-0F62-4E46-9204-E82A6D0FFED7}" dt="2019-09-03T08:06:49.090" v="174"/>
          <ac:spMkLst>
            <pc:docMk/>
            <pc:sldMk cId="3747303549" sldId="393"/>
            <ac:spMk id="3" creationId="{1BB166A6-D818-40A0-8838-B19A7377094D}"/>
          </ac:spMkLst>
        </pc:spChg>
      </pc:sldChg>
      <pc:sldChg chg="addSp modSp add">
        <pc:chgData name="Hu Jingyu" userId="a629a903dcfda7ce" providerId="LiveId" clId="{6E42EEB3-0F62-4E46-9204-E82A6D0FFED7}" dt="2019-09-03T07:51:22.340" v="125" actId="1076"/>
        <pc:sldMkLst>
          <pc:docMk/>
          <pc:sldMk cId="1534956624" sldId="394"/>
        </pc:sldMkLst>
        <pc:spChg chg="mod">
          <ac:chgData name="Hu Jingyu" userId="a629a903dcfda7ce" providerId="LiveId" clId="{6E42EEB3-0F62-4E46-9204-E82A6D0FFED7}" dt="2019-09-03T07:50:56.881" v="114"/>
          <ac:spMkLst>
            <pc:docMk/>
            <pc:sldMk cId="1534956624" sldId="394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1:22.340" v="125" actId="1076"/>
          <ac:spMkLst>
            <pc:docMk/>
            <pc:sldMk cId="1534956624" sldId="394"/>
            <ac:spMk id="3" creationId="{B07ABF6C-9E6F-4734-9E15-D0BB537694CE}"/>
          </ac:spMkLst>
        </pc:spChg>
      </pc:sldChg>
      <pc:sldChg chg="addSp modSp add">
        <pc:chgData name="Hu Jingyu" userId="a629a903dcfda7ce" providerId="LiveId" clId="{6E42EEB3-0F62-4E46-9204-E82A6D0FFED7}" dt="2019-09-03T08:09:11.083" v="178" actId="1076"/>
        <pc:sldMkLst>
          <pc:docMk/>
          <pc:sldMk cId="3765175752" sldId="395"/>
        </pc:sldMkLst>
        <pc:spChg chg="mod">
          <ac:chgData name="Hu Jingyu" userId="a629a903dcfda7ce" providerId="LiveId" clId="{6E42EEB3-0F62-4E46-9204-E82A6D0FFED7}" dt="2019-09-03T07:44:26.867" v="70"/>
          <ac:spMkLst>
            <pc:docMk/>
            <pc:sldMk cId="3765175752" sldId="395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0:16.736" v="111" actId="1076"/>
          <ac:spMkLst>
            <pc:docMk/>
            <pc:sldMk cId="3765175752" sldId="395"/>
            <ac:spMk id="3" creationId="{F7883086-7CBD-4744-B7BF-86A1B79AC908}"/>
          </ac:spMkLst>
        </pc:spChg>
        <pc:picChg chg="add mod">
          <ac:chgData name="Hu Jingyu" userId="a629a903dcfda7ce" providerId="LiveId" clId="{6E42EEB3-0F62-4E46-9204-E82A6D0FFED7}" dt="2019-09-03T08:09:11.083" v="178" actId="1076"/>
          <ac:picMkLst>
            <pc:docMk/>
            <pc:sldMk cId="3765175752" sldId="395"/>
            <ac:picMk id="4" creationId="{56499835-0934-4054-9652-844B24E22FAD}"/>
          </ac:picMkLst>
        </pc:picChg>
      </pc:sldChg>
      <pc:sldChg chg="addSp modSp add">
        <pc:chgData name="Hu Jingyu" userId="a629a903dcfda7ce" providerId="LiveId" clId="{6E42EEB3-0F62-4E46-9204-E82A6D0FFED7}" dt="2019-09-03T07:49:29.969" v="96" actId="1076"/>
        <pc:sldMkLst>
          <pc:docMk/>
          <pc:sldMk cId="3104798851" sldId="396"/>
        </pc:sldMkLst>
        <pc:spChg chg="mod">
          <ac:chgData name="Hu Jingyu" userId="a629a903dcfda7ce" providerId="LiveId" clId="{6E42EEB3-0F62-4E46-9204-E82A6D0FFED7}" dt="2019-09-03T07:44:20.510" v="67"/>
          <ac:spMkLst>
            <pc:docMk/>
            <pc:sldMk cId="3104798851" sldId="396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47:00.617" v="86" actId="1076"/>
          <ac:spMkLst>
            <pc:docMk/>
            <pc:sldMk cId="3104798851" sldId="396"/>
            <ac:spMk id="3" creationId="{B3F138F4-DF61-44E0-8373-BCC62B0B9A6A}"/>
          </ac:spMkLst>
        </pc:spChg>
        <pc:spChg chg="add mod">
          <ac:chgData name="Hu Jingyu" userId="a629a903dcfda7ce" providerId="LiveId" clId="{6E42EEB3-0F62-4E46-9204-E82A6D0FFED7}" dt="2019-09-03T07:49:29.969" v="96" actId="1076"/>
          <ac:spMkLst>
            <pc:docMk/>
            <pc:sldMk cId="3104798851" sldId="396"/>
            <ac:spMk id="4" creationId="{ABBE1C4F-B617-4282-B5F3-90A960FA4AC9}"/>
          </ac:spMkLst>
        </pc:spChg>
      </pc:sldChg>
      <pc:sldChg chg="addSp modSp add">
        <pc:chgData name="Hu Jingyu" userId="a629a903dcfda7ce" providerId="LiveId" clId="{6E42EEB3-0F62-4E46-9204-E82A6D0FFED7}" dt="2019-09-03T07:40:34.012" v="64" actId="6549"/>
        <pc:sldMkLst>
          <pc:docMk/>
          <pc:sldMk cId="1362252455" sldId="397"/>
        </pc:sldMkLst>
        <pc:spChg chg="add mod">
          <ac:chgData name="Hu Jingyu" userId="a629a903dcfda7ce" providerId="LiveId" clId="{6E42EEB3-0F62-4E46-9204-E82A6D0FFED7}" dt="2019-09-03T07:40:34.012" v="64" actId="6549"/>
          <ac:spMkLst>
            <pc:docMk/>
            <pc:sldMk cId="1362252455" sldId="397"/>
            <ac:spMk id="3" creationId="{9D6FD71D-1783-4906-BAD2-55F550349ED9}"/>
          </ac:spMkLst>
        </pc:spChg>
      </pc:sldChg>
      <pc:sldChg chg="addSp modSp add">
        <pc:chgData name="Hu Jingyu" userId="a629a903dcfda7ce" providerId="LiveId" clId="{6E42EEB3-0F62-4E46-9204-E82A6D0FFED7}" dt="2019-09-03T07:57:50.068" v="150" actId="1076"/>
        <pc:sldMkLst>
          <pc:docMk/>
          <pc:sldMk cId="1270727125" sldId="398"/>
        </pc:sldMkLst>
        <pc:spChg chg="mod">
          <ac:chgData name="Hu Jingyu" userId="a629a903dcfda7ce" providerId="LiveId" clId="{6E42EEB3-0F62-4E46-9204-E82A6D0FFED7}" dt="2019-09-03T07:56:23.545" v="134"/>
          <ac:spMkLst>
            <pc:docMk/>
            <pc:sldMk cId="1270727125" sldId="398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7:44.342" v="149" actId="20577"/>
          <ac:spMkLst>
            <pc:docMk/>
            <pc:sldMk cId="1270727125" sldId="398"/>
            <ac:spMk id="3" creationId="{861B139A-06BA-4BA7-8A7C-31E34F99CDBE}"/>
          </ac:spMkLst>
        </pc:spChg>
        <pc:spChg chg="add mod">
          <ac:chgData name="Hu Jingyu" userId="a629a903dcfda7ce" providerId="LiveId" clId="{6E42EEB3-0F62-4E46-9204-E82A6D0FFED7}" dt="2019-09-03T07:57:50.068" v="150" actId="1076"/>
          <ac:spMkLst>
            <pc:docMk/>
            <pc:sldMk cId="1270727125" sldId="398"/>
            <ac:spMk id="4" creationId="{B4C0E018-C39A-44F2-9144-4D9620D5D158}"/>
          </ac:spMkLst>
        </pc:spChg>
      </pc:sldChg>
      <pc:sldChg chg="addSp modSp add">
        <pc:chgData name="Hu Jingyu" userId="a629a903dcfda7ce" providerId="LiveId" clId="{6E42EEB3-0F62-4E46-9204-E82A6D0FFED7}" dt="2019-09-03T07:59:11.116" v="170" actId="20577"/>
        <pc:sldMkLst>
          <pc:docMk/>
          <pc:sldMk cId="202885516" sldId="399"/>
        </pc:sldMkLst>
        <pc:spChg chg="mod">
          <ac:chgData name="Hu Jingyu" userId="a629a903dcfda7ce" providerId="LiveId" clId="{6E42EEB3-0F62-4E46-9204-E82A6D0FFED7}" dt="2019-09-03T07:57:16.504" v="144"/>
          <ac:spMkLst>
            <pc:docMk/>
            <pc:sldMk cId="202885516" sldId="399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9:11.116" v="170" actId="20577"/>
          <ac:spMkLst>
            <pc:docMk/>
            <pc:sldMk cId="202885516" sldId="399"/>
            <ac:spMk id="3" creationId="{80BF2900-A985-4096-A2CB-FA209A58A7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31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5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6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7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2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9" r:id="rId4"/>
    <p:sldLayoutId id="2147483680" r:id="rId5"/>
    <p:sldLayoutId id="2147483681" r:id="rId6"/>
    <p:sldLayoutId id="214748368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98240" y="939493"/>
            <a:ext cx="539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7200" b="1" dirty="0">
                <a:solidFill>
                  <a:srgbClr val="00B050"/>
                </a:solidFill>
                <a:latin typeface="Rockwell" panose="02060603020205020403" pitchFamily="18" charset="0"/>
              </a:rPr>
              <a:t>进度汇报</a:t>
            </a:r>
            <a:endParaRPr lang="en-US" altLang="zh-CN" sz="72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350B59-A3A8-4AD6-B825-430150444B30}"/>
              </a:ext>
            </a:extLst>
          </p:cNvPr>
          <p:cNvSpPr txBox="1"/>
          <p:nvPr/>
        </p:nvSpPr>
        <p:spPr>
          <a:xfrm>
            <a:off x="8890000" y="4718178"/>
            <a:ext cx="2834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latin typeface="+mn-ea"/>
              </a:rPr>
              <a:t>2020.5.22</a:t>
            </a:r>
            <a:endParaRPr lang="en-US" altLang="zh-CN" sz="3200" dirty="0">
              <a:latin typeface="+mn-ea"/>
            </a:endParaRPr>
          </a:p>
          <a:p>
            <a:pPr algn="ctr"/>
            <a:r>
              <a:rPr lang="zh-CN" altLang="en-US" sz="3200" dirty="0">
                <a:latin typeface="+mn-ea"/>
              </a:rPr>
              <a:t>胡敬玉</a:t>
            </a:r>
          </a:p>
        </p:txBody>
      </p:sp>
    </p:spTree>
    <p:extLst>
      <p:ext uri="{BB962C8B-B14F-4D97-AF65-F5344CB8AC3E}">
        <p14:creationId xmlns:p14="http://schemas.microsoft.com/office/powerpoint/2010/main" val="13019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3E8F22C-4122-4A7F-A21E-F8927D321743}"/>
              </a:ext>
            </a:extLst>
          </p:cNvPr>
          <p:cNvSpPr txBox="1"/>
          <p:nvPr/>
        </p:nvSpPr>
        <p:spPr>
          <a:xfrm>
            <a:off x="341746" y="1607127"/>
            <a:ext cx="110466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Jungo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 F. </a:t>
            </a:r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Balsiger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 and M. Reyes, “</a:t>
            </a:r>
            <a:r>
              <a:rPr lang="en-US" altLang="zh-CN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Analyzing the Quality and Challenges of Uncertainty Estimations for Brain Tumor Segmentation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,” Front. </a:t>
            </a:r>
            <a:r>
              <a:rPr lang="en-US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Neurosci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., vol. 14, p. 282, Apr. 2020.</a:t>
            </a:r>
            <a:endParaRPr lang="en-US" altLang="zh-CN" sz="4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34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CA393-8BDB-4612-8456-D3CBAF56DD64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出发点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959A5C-E155-4B02-8692-FC1C222FFB3A}"/>
              </a:ext>
            </a:extLst>
          </p:cNvPr>
          <p:cNvSpPr txBox="1"/>
          <p:nvPr/>
        </p:nvSpPr>
        <p:spPr>
          <a:xfrm>
            <a:off x="1727199" y="1043709"/>
            <a:ext cx="80448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自动分割算法能够很好的分割肿瘤，但是仍然不能满足实际中对于分割结果鲁棒的要求。</a:t>
            </a:r>
            <a:endParaRPr lang="en-US" altLang="zh-CN" sz="2800" dirty="0">
              <a:latin typeface="+mn-ea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</a:rPr>
              <a:t>不确定性估计可以比较好的解决这一点。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2F3B4E-B2E9-44A4-B66D-29643BAB6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838" y="2497454"/>
            <a:ext cx="7972138" cy="416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53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61D313-24AA-4FA4-9823-D8AC9D57BD25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baseline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9B6CA1-C604-458B-A1C2-C7F16C089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74" y="1582095"/>
            <a:ext cx="6778625" cy="327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8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68CBA0-F66E-40E0-9CBD-D7BCB4ACF5E9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MC Dropout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1DA4C7-6CFF-41C6-9846-55D79F1C6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729" y="1391758"/>
            <a:ext cx="3926071" cy="186791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6083422-06A3-4CF8-97D0-F3E8B3169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742" y="3259668"/>
            <a:ext cx="8150529" cy="149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3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68CBA0-F66E-40E0-9CBD-D7BCB4ACF5E9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MC Dropout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BBE484-AD91-4ED0-AE6D-383F94BB6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82" y="1541066"/>
            <a:ext cx="6525683" cy="37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30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68CBA0-F66E-40E0-9CBD-D7BCB4ACF5E9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Ensembles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C906F8-2817-4207-B501-7D9E4460E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21" y="1017587"/>
            <a:ext cx="690562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02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68CBA0-F66E-40E0-9CBD-D7BCB4ACF5E9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Auxiliary Networks</a:t>
            </a:r>
            <a:endParaRPr lang="zh-CN" altLang="en-US" sz="3600" dirty="0">
              <a:solidFill>
                <a:srgbClr val="000099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6D2B31-676B-4F2D-B8E1-93D481208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72" y="1253066"/>
            <a:ext cx="11789245" cy="455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2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98D526-D87D-4863-859A-1B52E5601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192" y="0"/>
            <a:ext cx="6098513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1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EAE5444-287E-49EA-A86E-864FCE019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552" y="1106758"/>
            <a:ext cx="2946803" cy="23584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3CAC179-6C5B-47F8-A7CB-98BA883C1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678" y="1143000"/>
            <a:ext cx="2286000" cy="2286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233D147-826E-464A-9EF1-BEE5095C9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804" y="1179241"/>
            <a:ext cx="2286000" cy="228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5E1027-476F-4936-AE64-8816F60D6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936" y="3802536"/>
            <a:ext cx="2286000" cy="2286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0A85886-57C5-4C71-A397-126D2EFF5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0552" y="3671542"/>
            <a:ext cx="2946802" cy="24392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11FFEEF-5246-41DD-B951-77264A9D47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5678" y="3791355"/>
            <a:ext cx="2286000" cy="2286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0790AFC-9B65-4D5D-94E1-B109FBA67C68}"/>
              </a:ext>
            </a:extLst>
          </p:cNvPr>
          <p:cNvSpPr txBox="1"/>
          <p:nvPr/>
        </p:nvSpPr>
        <p:spPr>
          <a:xfrm>
            <a:off x="1239519" y="195615"/>
            <a:ext cx="477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我的实验结果</a:t>
            </a:r>
          </a:p>
        </p:txBody>
      </p:sp>
    </p:spTree>
    <p:extLst>
      <p:ext uri="{BB962C8B-B14F-4D97-AF65-F5344CB8AC3E}">
        <p14:creationId xmlns:p14="http://schemas.microsoft.com/office/powerpoint/2010/main" val="124317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2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21346</TotalTime>
  <Words>97</Words>
  <Application>Microsoft Office PowerPoint</Application>
  <PresentationFormat>宽屏</PresentationFormat>
  <Paragraphs>14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微软雅黑</vt:lpstr>
      <vt:lpstr>Arial</vt:lpstr>
      <vt:lpstr>Rockwell</vt:lpstr>
      <vt:lpstr>Segoe UI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Jingyu Hu</cp:lastModifiedBy>
  <cp:revision>1269</cp:revision>
  <dcterms:created xsi:type="dcterms:W3CDTF">2015-08-18T02:51:41Z</dcterms:created>
  <dcterms:modified xsi:type="dcterms:W3CDTF">2020-05-22T00:58:46Z</dcterms:modified>
  <cp:category/>
</cp:coreProperties>
</file>