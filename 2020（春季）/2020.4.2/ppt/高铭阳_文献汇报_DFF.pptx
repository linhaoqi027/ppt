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1"/>
  </p:notesMasterIdLst>
  <p:sldIdLst>
    <p:sldId id="273" r:id="rId2"/>
    <p:sldId id="274" r:id="rId3"/>
    <p:sldId id="298" r:id="rId4"/>
    <p:sldId id="279" r:id="rId5"/>
    <p:sldId id="300" r:id="rId6"/>
    <p:sldId id="301" r:id="rId7"/>
    <p:sldId id="304" r:id="rId8"/>
    <p:sldId id="307" r:id="rId9"/>
    <p:sldId id="308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2020.03.26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627"/>
            <a:ext cx="6732612" cy="150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329" y="1938191"/>
            <a:ext cx="6286500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732766"/>
            <a:ext cx="8878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本文</a:t>
            </a:r>
            <a:r>
              <a:rPr lang="zh-CN" altLang="en-US" dirty="0"/>
              <a:t>主要提出了一个深度特征流算法，用于视频的识别。它仅在稀疏的关键帧上运行计算量极大的卷积子网络，并通过流场将它们的深度特征图传输到其他帧。由于流计算方法相对较快，所以算法得到了明显的加速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方法介绍</a:t>
            </a:r>
            <a:endParaRPr lang="zh-CN" altLang="en-US" sz="2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848"/>
            <a:ext cx="6984890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153" y="1124744"/>
            <a:ext cx="8496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对于一个识别任务，可以表示为</a:t>
            </a:r>
            <a:r>
              <a:rPr lang="en-US" altLang="zh-CN" dirty="0"/>
              <a:t> </a:t>
            </a:r>
            <a:r>
              <a:rPr lang="en-US" altLang="zh-CN" dirty="0" smtClean="0"/>
              <a:t>                  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       我们可以将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分解</a:t>
            </a:r>
            <a:r>
              <a:rPr lang="zh-CN" altLang="en-US" dirty="0"/>
              <a:t>成两个连续的子网络。第一个子网络，被称为特征</a:t>
            </a:r>
            <a:r>
              <a:rPr lang="zh-CN" altLang="en-US" dirty="0" smtClean="0"/>
              <a:t>网络        是</a:t>
            </a:r>
            <a:r>
              <a:rPr lang="zh-CN" altLang="en-US" dirty="0"/>
              <a:t>完全卷积</a:t>
            </a:r>
            <a:r>
              <a:rPr lang="zh-CN" altLang="en-US" dirty="0" smtClean="0"/>
              <a:t>网络。</a:t>
            </a:r>
            <a:r>
              <a:rPr lang="zh-CN" altLang="en-US" dirty="0"/>
              <a:t>第二个子网，被称为任务</a:t>
            </a:r>
            <a:r>
              <a:rPr lang="zh-CN" altLang="en-US" dirty="0" smtClean="0"/>
              <a:t>网络                    ，是</a:t>
            </a:r>
            <a:r>
              <a:rPr lang="zh-CN" altLang="en-US" dirty="0"/>
              <a:t>根据任务的不同具有的特定结构，在特征图上执行识别</a:t>
            </a:r>
            <a:r>
              <a:rPr lang="zh-CN" altLang="en-US" dirty="0" smtClean="0"/>
              <a:t>任务。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网络架构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711" y="1124744"/>
            <a:ext cx="995828" cy="28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178" y="1739282"/>
            <a:ext cx="216024" cy="20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888" y="1760092"/>
            <a:ext cx="1008112" cy="206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518" y="2006834"/>
            <a:ext cx="1008112" cy="18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602072"/>
            <a:ext cx="5453927" cy="4106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算法步骤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32711"/>
            <a:ext cx="5145174" cy="4447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344" y="5210462"/>
            <a:ext cx="5176448" cy="1480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483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Inference Complexity Analysis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052736"/>
            <a:ext cx="4104456" cy="835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4" y="2204864"/>
            <a:ext cx="5184576" cy="1893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309" y="4365104"/>
            <a:ext cx="5636638" cy="2313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072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3" y="1772816"/>
            <a:ext cx="9094279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58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413" y="952500"/>
            <a:ext cx="6353175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069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853" y="1700808"/>
            <a:ext cx="6448425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85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2426</TotalTime>
  <Words>147</Words>
  <Application>Microsoft Office PowerPoint</Application>
  <PresentationFormat>全屏显示(4:3)</PresentationFormat>
  <Paragraphs>15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106</cp:revision>
  <dcterms:created xsi:type="dcterms:W3CDTF">2019-01-07T15:21:41Z</dcterms:created>
  <dcterms:modified xsi:type="dcterms:W3CDTF">2020-03-25T07:48:01Z</dcterms:modified>
</cp:coreProperties>
</file>