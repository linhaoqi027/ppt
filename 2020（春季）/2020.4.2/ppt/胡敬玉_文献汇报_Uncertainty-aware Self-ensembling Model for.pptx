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9"/>
  </p:notesMasterIdLst>
  <p:handoutMasterIdLst>
    <p:handoutMasterId r:id="rId10"/>
  </p:handoutMasterIdLst>
  <p:sldIdLst>
    <p:sldId id="303" r:id="rId2"/>
    <p:sldId id="360" r:id="rId3"/>
    <p:sldId id="363" r:id="rId4"/>
    <p:sldId id="358" r:id="rId5"/>
    <p:sldId id="364" r:id="rId6"/>
    <p:sldId id="365" r:id="rId7"/>
    <p:sldId id="353" r:id="rId8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232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  <p15:guide id="5" pos="5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CC66"/>
    <a:srgbClr val="000099"/>
    <a:srgbClr val="6600FF"/>
    <a:srgbClr val="33CC33"/>
    <a:srgbClr val="009999"/>
    <a:srgbClr val="FF3300"/>
    <a:srgbClr val="FFFFFF"/>
    <a:srgbClr val="FF0000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38" autoAdjust="0"/>
    <p:restoredTop sz="96408" autoAdjust="0"/>
  </p:normalViewPr>
  <p:slideViewPr>
    <p:cSldViewPr snapToGrid="0" snapToObjects="1">
      <p:cViewPr varScale="1">
        <p:scale>
          <a:sx n="68" d="100"/>
          <a:sy n="68" d="100"/>
        </p:scale>
        <p:origin x="296" y="60"/>
      </p:cViewPr>
      <p:guideLst>
        <p:guide pos="3840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 Jingyu" userId="a629a903dcfda7ce" providerId="LiveId" clId="{6E42EEB3-0F62-4E46-9204-E82A6D0FFED7}"/>
    <pc:docChg chg="undo custSel addSld delSld modSld">
      <pc:chgData name="Hu Jingyu" userId="a629a903dcfda7ce" providerId="LiveId" clId="{6E42EEB3-0F62-4E46-9204-E82A6D0FFED7}" dt="2019-09-03T08:54:10.887" v="445" actId="1076"/>
      <pc:docMkLst>
        <pc:docMk/>
      </pc:docMkLst>
      <pc:sldChg chg="addSp modSp">
        <pc:chgData name="Hu Jingyu" userId="a629a903dcfda7ce" providerId="LiveId" clId="{6E42EEB3-0F62-4E46-9204-E82A6D0FFED7}" dt="2019-09-03T08:54:10.887" v="445" actId="1076"/>
        <pc:sldMkLst>
          <pc:docMk/>
          <pc:sldMk cId="621215762" sldId="387"/>
        </pc:sldMkLst>
        <pc:spChg chg="add mod">
          <ac:chgData name="Hu Jingyu" userId="a629a903dcfda7ce" providerId="LiveId" clId="{6E42EEB3-0F62-4E46-9204-E82A6D0FFED7}" dt="2019-09-03T08:54:10.887" v="445" actId="1076"/>
          <ac:spMkLst>
            <pc:docMk/>
            <pc:sldMk cId="621215762" sldId="387"/>
            <ac:spMk id="4" creationId="{3190080E-7536-4D53-BE08-3EFFA7EF819D}"/>
          </ac:spMkLst>
        </pc:spChg>
      </pc:sldChg>
      <pc:sldChg chg="addSp modSp">
        <pc:chgData name="Hu Jingyu" userId="a629a903dcfda7ce" providerId="LiveId" clId="{6E42EEB3-0F62-4E46-9204-E82A6D0FFED7}" dt="2019-09-03T07:37:53.133" v="27" actId="1076"/>
        <pc:sldMkLst>
          <pc:docMk/>
          <pc:sldMk cId="202914713" sldId="388"/>
        </pc:sldMkLst>
        <pc:spChg chg="add mod">
          <ac:chgData name="Hu Jingyu" userId="a629a903dcfda7ce" providerId="LiveId" clId="{6E42EEB3-0F62-4E46-9204-E82A6D0FFED7}" dt="2019-09-03T07:37:53.133" v="27" actId="1076"/>
          <ac:spMkLst>
            <pc:docMk/>
            <pc:sldMk cId="202914713" sldId="388"/>
            <ac:spMk id="3" creationId="{10BF996B-7050-4B6A-BE5D-ED0B2CA913E7}"/>
          </ac:spMkLst>
        </pc:spChg>
      </pc:sldChg>
      <pc:sldChg chg="addSp modSp">
        <pc:chgData name="Hu Jingyu" userId="a629a903dcfda7ce" providerId="LiveId" clId="{6E42EEB3-0F62-4E46-9204-E82A6D0FFED7}" dt="2019-09-03T07:33:18.358" v="14" actId="1076"/>
        <pc:sldMkLst>
          <pc:docMk/>
          <pc:sldMk cId="1228813056" sldId="389"/>
        </pc:sldMkLst>
        <pc:spChg chg="add mod">
          <ac:chgData name="Hu Jingyu" userId="a629a903dcfda7ce" providerId="LiveId" clId="{6E42EEB3-0F62-4E46-9204-E82A6D0FFED7}" dt="2019-09-03T07:33:18.358" v="14" actId="1076"/>
          <ac:spMkLst>
            <pc:docMk/>
            <pc:sldMk cId="1228813056" sldId="389"/>
            <ac:spMk id="3" creationId="{6B61952B-2046-4671-9A30-1822114C9634}"/>
          </ac:spMkLst>
        </pc:spChg>
      </pc:sldChg>
      <pc:sldChg chg="addSp modSp">
        <pc:chgData name="Hu Jingyu" userId="a629a903dcfda7ce" providerId="LiveId" clId="{6E42EEB3-0F62-4E46-9204-E82A6D0FFED7}" dt="2019-09-03T07:31:16.547" v="7" actId="20577"/>
        <pc:sldMkLst>
          <pc:docMk/>
          <pc:sldMk cId="825811426" sldId="390"/>
        </pc:sldMkLst>
        <pc:spChg chg="add mod">
          <ac:chgData name="Hu Jingyu" userId="a629a903dcfda7ce" providerId="LiveId" clId="{6E42EEB3-0F62-4E46-9204-E82A6D0FFED7}" dt="2019-09-03T07:31:16.547" v="7" actId="20577"/>
          <ac:spMkLst>
            <pc:docMk/>
            <pc:sldMk cId="825811426" sldId="390"/>
            <ac:spMk id="3" creationId="{A31E6083-E0E7-4119-B998-E2D68DB5555B}"/>
          </ac:spMkLst>
        </pc:spChg>
      </pc:sldChg>
      <pc:sldChg chg="addSp modSp">
        <pc:chgData name="Hu Jingyu" userId="a629a903dcfda7ce" providerId="LiveId" clId="{6E42EEB3-0F62-4E46-9204-E82A6D0FFED7}" dt="2019-09-03T08:06:58.711" v="176" actId="1076"/>
        <pc:sldMkLst>
          <pc:docMk/>
          <pc:sldMk cId="1605259674" sldId="392"/>
        </pc:sldMkLst>
        <pc:spChg chg="add mod">
          <ac:chgData name="Hu Jingyu" userId="a629a903dcfda7ce" providerId="LiveId" clId="{6E42EEB3-0F62-4E46-9204-E82A6D0FFED7}" dt="2019-09-03T07:38:14.013" v="34" actId="1076"/>
          <ac:spMkLst>
            <pc:docMk/>
            <pc:sldMk cId="1605259674" sldId="392"/>
            <ac:spMk id="3" creationId="{96FB616E-CE6B-436E-9624-AAC50D9757F5}"/>
          </ac:spMkLst>
        </pc:spChg>
        <pc:spChg chg="add mod">
          <ac:chgData name="Hu Jingyu" userId="a629a903dcfda7ce" providerId="LiveId" clId="{6E42EEB3-0F62-4E46-9204-E82A6D0FFED7}" dt="2019-09-03T08:06:58.711" v="176" actId="1076"/>
          <ac:spMkLst>
            <pc:docMk/>
            <pc:sldMk cId="1605259674" sldId="392"/>
            <ac:spMk id="4" creationId="{A0F610A6-3EEF-4E55-917B-8FB3D90A5069}"/>
          </ac:spMkLst>
        </pc:spChg>
      </pc:sldChg>
      <pc:sldChg chg="addSp delSp modSp del">
        <pc:chgData name="Hu Jingyu" userId="a629a903dcfda7ce" providerId="LiveId" clId="{6E42EEB3-0F62-4E46-9204-E82A6D0FFED7}" dt="2019-09-03T08:07:31.045" v="177" actId="2696"/>
        <pc:sldMkLst>
          <pc:docMk/>
          <pc:sldMk cId="3747303549" sldId="393"/>
        </pc:sldMkLst>
        <pc:spChg chg="add del mod">
          <ac:chgData name="Hu Jingyu" userId="a629a903dcfda7ce" providerId="LiveId" clId="{6E42EEB3-0F62-4E46-9204-E82A6D0FFED7}" dt="2019-09-03T08:06:49.090" v="174"/>
          <ac:spMkLst>
            <pc:docMk/>
            <pc:sldMk cId="3747303549" sldId="393"/>
            <ac:spMk id="3" creationId="{1BB166A6-D818-40A0-8838-B19A7377094D}"/>
          </ac:spMkLst>
        </pc:spChg>
      </pc:sldChg>
      <pc:sldChg chg="addSp modSp add">
        <pc:chgData name="Hu Jingyu" userId="a629a903dcfda7ce" providerId="LiveId" clId="{6E42EEB3-0F62-4E46-9204-E82A6D0FFED7}" dt="2019-09-03T07:51:22.340" v="125" actId="1076"/>
        <pc:sldMkLst>
          <pc:docMk/>
          <pc:sldMk cId="1534956624" sldId="394"/>
        </pc:sldMkLst>
        <pc:spChg chg="mod">
          <ac:chgData name="Hu Jingyu" userId="a629a903dcfda7ce" providerId="LiveId" clId="{6E42EEB3-0F62-4E46-9204-E82A6D0FFED7}" dt="2019-09-03T07:50:56.881" v="114"/>
          <ac:spMkLst>
            <pc:docMk/>
            <pc:sldMk cId="1534956624" sldId="394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1:22.340" v="125" actId="1076"/>
          <ac:spMkLst>
            <pc:docMk/>
            <pc:sldMk cId="1534956624" sldId="394"/>
            <ac:spMk id="3" creationId="{B07ABF6C-9E6F-4734-9E15-D0BB537694CE}"/>
          </ac:spMkLst>
        </pc:spChg>
      </pc:sldChg>
      <pc:sldChg chg="addSp modSp add">
        <pc:chgData name="Hu Jingyu" userId="a629a903dcfda7ce" providerId="LiveId" clId="{6E42EEB3-0F62-4E46-9204-E82A6D0FFED7}" dt="2019-09-03T08:09:11.083" v="178" actId="1076"/>
        <pc:sldMkLst>
          <pc:docMk/>
          <pc:sldMk cId="3765175752" sldId="395"/>
        </pc:sldMkLst>
        <pc:spChg chg="mod">
          <ac:chgData name="Hu Jingyu" userId="a629a903dcfda7ce" providerId="LiveId" clId="{6E42EEB3-0F62-4E46-9204-E82A6D0FFED7}" dt="2019-09-03T07:44:26.867" v="70"/>
          <ac:spMkLst>
            <pc:docMk/>
            <pc:sldMk cId="3765175752" sldId="395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0:16.736" v="111" actId="1076"/>
          <ac:spMkLst>
            <pc:docMk/>
            <pc:sldMk cId="3765175752" sldId="395"/>
            <ac:spMk id="3" creationId="{F7883086-7CBD-4744-B7BF-86A1B79AC908}"/>
          </ac:spMkLst>
        </pc:spChg>
        <pc:picChg chg="add mod">
          <ac:chgData name="Hu Jingyu" userId="a629a903dcfda7ce" providerId="LiveId" clId="{6E42EEB3-0F62-4E46-9204-E82A6D0FFED7}" dt="2019-09-03T08:09:11.083" v="178" actId="1076"/>
          <ac:picMkLst>
            <pc:docMk/>
            <pc:sldMk cId="3765175752" sldId="395"/>
            <ac:picMk id="4" creationId="{56499835-0934-4054-9652-844B24E22FAD}"/>
          </ac:picMkLst>
        </pc:picChg>
      </pc:sldChg>
      <pc:sldChg chg="addSp modSp add">
        <pc:chgData name="Hu Jingyu" userId="a629a903dcfda7ce" providerId="LiveId" clId="{6E42EEB3-0F62-4E46-9204-E82A6D0FFED7}" dt="2019-09-03T07:49:29.969" v="96" actId="1076"/>
        <pc:sldMkLst>
          <pc:docMk/>
          <pc:sldMk cId="3104798851" sldId="396"/>
        </pc:sldMkLst>
        <pc:spChg chg="mod">
          <ac:chgData name="Hu Jingyu" userId="a629a903dcfda7ce" providerId="LiveId" clId="{6E42EEB3-0F62-4E46-9204-E82A6D0FFED7}" dt="2019-09-03T07:44:20.510" v="67"/>
          <ac:spMkLst>
            <pc:docMk/>
            <pc:sldMk cId="3104798851" sldId="396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47:00.617" v="86" actId="1076"/>
          <ac:spMkLst>
            <pc:docMk/>
            <pc:sldMk cId="3104798851" sldId="396"/>
            <ac:spMk id="3" creationId="{B3F138F4-DF61-44E0-8373-BCC62B0B9A6A}"/>
          </ac:spMkLst>
        </pc:spChg>
        <pc:spChg chg="add mod">
          <ac:chgData name="Hu Jingyu" userId="a629a903dcfda7ce" providerId="LiveId" clId="{6E42EEB3-0F62-4E46-9204-E82A6D0FFED7}" dt="2019-09-03T07:49:29.969" v="96" actId="1076"/>
          <ac:spMkLst>
            <pc:docMk/>
            <pc:sldMk cId="3104798851" sldId="396"/>
            <ac:spMk id="4" creationId="{ABBE1C4F-B617-4282-B5F3-90A960FA4AC9}"/>
          </ac:spMkLst>
        </pc:spChg>
      </pc:sldChg>
      <pc:sldChg chg="addSp modSp add">
        <pc:chgData name="Hu Jingyu" userId="a629a903dcfda7ce" providerId="LiveId" clId="{6E42EEB3-0F62-4E46-9204-E82A6D0FFED7}" dt="2019-09-03T07:40:34.012" v="64" actId="6549"/>
        <pc:sldMkLst>
          <pc:docMk/>
          <pc:sldMk cId="1362252455" sldId="397"/>
        </pc:sldMkLst>
        <pc:spChg chg="add mod">
          <ac:chgData name="Hu Jingyu" userId="a629a903dcfda7ce" providerId="LiveId" clId="{6E42EEB3-0F62-4E46-9204-E82A6D0FFED7}" dt="2019-09-03T07:40:34.012" v="64" actId="6549"/>
          <ac:spMkLst>
            <pc:docMk/>
            <pc:sldMk cId="1362252455" sldId="397"/>
            <ac:spMk id="3" creationId="{9D6FD71D-1783-4906-BAD2-55F550349ED9}"/>
          </ac:spMkLst>
        </pc:spChg>
      </pc:sldChg>
      <pc:sldChg chg="addSp modSp add">
        <pc:chgData name="Hu Jingyu" userId="a629a903dcfda7ce" providerId="LiveId" clId="{6E42EEB3-0F62-4E46-9204-E82A6D0FFED7}" dt="2019-09-03T07:57:50.068" v="150" actId="1076"/>
        <pc:sldMkLst>
          <pc:docMk/>
          <pc:sldMk cId="1270727125" sldId="398"/>
        </pc:sldMkLst>
        <pc:spChg chg="mod">
          <ac:chgData name="Hu Jingyu" userId="a629a903dcfda7ce" providerId="LiveId" clId="{6E42EEB3-0F62-4E46-9204-E82A6D0FFED7}" dt="2019-09-03T07:56:23.545" v="134"/>
          <ac:spMkLst>
            <pc:docMk/>
            <pc:sldMk cId="1270727125" sldId="398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7:44.342" v="149" actId="20577"/>
          <ac:spMkLst>
            <pc:docMk/>
            <pc:sldMk cId="1270727125" sldId="398"/>
            <ac:spMk id="3" creationId="{861B139A-06BA-4BA7-8A7C-31E34F99CDBE}"/>
          </ac:spMkLst>
        </pc:spChg>
        <pc:spChg chg="add mod">
          <ac:chgData name="Hu Jingyu" userId="a629a903dcfda7ce" providerId="LiveId" clId="{6E42EEB3-0F62-4E46-9204-E82A6D0FFED7}" dt="2019-09-03T07:57:50.068" v="150" actId="1076"/>
          <ac:spMkLst>
            <pc:docMk/>
            <pc:sldMk cId="1270727125" sldId="398"/>
            <ac:spMk id="4" creationId="{B4C0E018-C39A-44F2-9144-4D9620D5D158}"/>
          </ac:spMkLst>
        </pc:spChg>
      </pc:sldChg>
      <pc:sldChg chg="addSp modSp add">
        <pc:chgData name="Hu Jingyu" userId="a629a903dcfda7ce" providerId="LiveId" clId="{6E42EEB3-0F62-4E46-9204-E82A6D0FFED7}" dt="2019-09-03T07:59:11.116" v="170" actId="20577"/>
        <pc:sldMkLst>
          <pc:docMk/>
          <pc:sldMk cId="202885516" sldId="399"/>
        </pc:sldMkLst>
        <pc:spChg chg="mod">
          <ac:chgData name="Hu Jingyu" userId="a629a903dcfda7ce" providerId="LiveId" clId="{6E42EEB3-0F62-4E46-9204-E82A6D0FFED7}" dt="2019-09-03T07:57:16.504" v="144"/>
          <ac:spMkLst>
            <pc:docMk/>
            <pc:sldMk cId="202885516" sldId="399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9:11.116" v="170" actId="20577"/>
          <ac:spMkLst>
            <pc:docMk/>
            <pc:sldMk cId="202885516" sldId="399"/>
            <ac:spMk id="3" creationId="{80BF2900-A985-4096-A2CB-FA209A58A7D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4314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9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556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46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364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/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7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75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101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32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74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00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4" r:id="rId3"/>
    <p:sldLayoutId id="2147483679" r:id="rId4"/>
    <p:sldLayoutId id="2147483680" r:id="rId5"/>
    <p:sldLayoutId id="2147483681" r:id="rId6"/>
    <p:sldLayoutId id="214748368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667564"/>
            <a:ext cx="10637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L. Yu, S. Wang, X. Li, C.-W. Fu, and P.-A. Heng, “</a:t>
            </a:r>
            <a:r>
              <a:rPr lang="en-US" altLang="zh-CN" sz="4800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Uncertainty-Aware Self-</a:t>
            </a:r>
            <a:r>
              <a:rPr lang="en-US" altLang="zh-CN" sz="4800" dirty="0" err="1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ensembling</a:t>
            </a:r>
            <a:r>
              <a:rPr lang="en-US" altLang="zh-CN" sz="4800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 for Semi-supervised 3D Left Atrium Segmentation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,” in </a:t>
            </a:r>
            <a:r>
              <a:rPr lang="en-US" altLang="zh-CN" sz="4800" i="1" dirty="0">
                <a:latin typeface="Arial" panose="020B0604020202020204" pitchFamily="34" charset="0"/>
                <a:cs typeface="Arial" panose="020B0604020202020204" pitchFamily="34" charset="0"/>
              </a:rPr>
              <a:t>MICCAI 2019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, vol. 11765</a:t>
            </a: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pp. 605–613.</a:t>
            </a:r>
            <a:endParaRPr lang="en-US" altLang="zh-CN" sz="4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350B59-A3A8-4AD6-B825-430150444B30}"/>
              </a:ext>
            </a:extLst>
          </p:cNvPr>
          <p:cNvSpPr txBox="1"/>
          <p:nvPr/>
        </p:nvSpPr>
        <p:spPr>
          <a:xfrm>
            <a:off x="9265920" y="5473531"/>
            <a:ext cx="25501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n-ea"/>
              </a:rPr>
              <a:t>2020.4.2</a:t>
            </a:r>
          </a:p>
          <a:p>
            <a:pPr algn="ctr"/>
            <a:r>
              <a:rPr lang="zh-CN" altLang="en-US" sz="3200" dirty="0">
                <a:latin typeface="+mn-ea"/>
              </a:rPr>
              <a:t>胡敬玉</a:t>
            </a:r>
          </a:p>
        </p:txBody>
      </p:sp>
    </p:spTree>
    <p:extLst>
      <p:ext uri="{BB962C8B-B14F-4D97-AF65-F5344CB8AC3E}">
        <p14:creationId xmlns:p14="http://schemas.microsoft.com/office/powerpoint/2010/main" val="130192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BB633D4-6801-47B3-9D61-874B59489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57" y="166491"/>
            <a:ext cx="10877550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02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658E49E-1283-4BC9-BCE7-29441F50DF76}"/>
              </a:ext>
            </a:extLst>
          </p:cNvPr>
          <p:cNvSpPr txBox="1"/>
          <p:nvPr/>
        </p:nvSpPr>
        <p:spPr>
          <a:xfrm>
            <a:off x="1239520" y="195615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Loss Function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8AA0D7A-785F-4D3F-9C55-291334EB3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01" y="1663585"/>
            <a:ext cx="104775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488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322739D-66BC-492C-A937-0B870BDB2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2" y="1050941"/>
            <a:ext cx="10620375" cy="50577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131ED03-4DD9-4801-B115-DC185D8876DE}"/>
              </a:ext>
            </a:extLst>
          </p:cNvPr>
          <p:cNvSpPr txBox="1"/>
          <p:nvPr/>
        </p:nvSpPr>
        <p:spPr>
          <a:xfrm>
            <a:off x="1239520" y="195615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Uncertainty Estimation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ED493DA-6D64-44ED-8F9A-217A8ED55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2" y="1116928"/>
            <a:ext cx="1062037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57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0CC5C1-5361-442F-94DC-DA7BE7DFAFFA}"/>
              </a:ext>
            </a:extLst>
          </p:cNvPr>
          <p:cNvSpPr txBox="1"/>
          <p:nvPr/>
        </p:nvSpPr>
        <p:spPr>
          <a:xfrm>
            <a:off x="1239520" y="124495"/>
            <a:ext cx="7985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Uncertainty-Aware Consistency Loss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7CC19E-AE0C-47C2-A7D7-FE0C7032C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29" y="1400175"/>
            <a:ext cx="1020127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733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D18A36C-DE40-47C0-B710-5CF1DC1E5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10" y="1235697"/>
            <a:ext cx="10248900" cy="4876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1D46E04-2A6C-4C83-B32D-16E122ADE6C1}"/>
              </a:ext>
            </a:extLst>
          </p:cNvPr>
          <p:cNvSpPr txBox="1"/>
          <p:nvPr/>
        </p:nvSpPr>
        <p:spPr>
          <a:xfrm>
            <a:off x="1239520" y="195615"/>
            <a:ext cx="536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实验</a:t>
            </a:r>
            <a:endParaRPr lang="en-US" altLang="zh-CN" sz="36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624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728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20466</TotalTime>
  <Words>63</Words>
  <Application>Microsoft Office PowerPoint</Application>
  <PresentationFormat>宽屏</PresentationFormat>
  <Paragraphs>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微软雅黑</vt:lpstr>
      <vt:lpstr>Arial</vt:lpstr>
      <vt:lpstr>Segoe UI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Hu Jingyu</cp:lastModifiedBy>
  <cp:revision>1232</cp:revision>
  <dcterms:created xsi:type="dcterms:W3CDTF">2015-08-18T02:51:41Z</dcterms:created>
  <dcterms:modified xsi:type="dcterms:W3CDTF">2020-04-02T04:51:11Z</dcterms:modified>
  <cp:category/>
</cp:coreProperties>
</file>