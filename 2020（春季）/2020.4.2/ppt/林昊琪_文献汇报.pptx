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56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0" autoAdjust="0"/>
    <p:restoredTop sz="94660"/>
  </p:normalViewPr>
  <p:slideViewPr>
    <p:cSldViewPr snapToGrid="0">
      <p:cViewPr>
        <p:scale>
          <a:sx n="93" d="100"/>
          <a:sy n="93" d="100"/>
        </p:scale>
        <p:origin x="92" y="3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F87846-AFBA-418E-A768-0CDDD108B1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9326E9C-4AD8-4668-B4BE-FDCCC53EE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EADD7F-40A6-4C49-A887-49475550E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20BA4-0803-44F4-A1B0-266E3F0B65A6}" type="datetimeFigureOut">
              <a:rPr lang="zh-CN" altLang="en-US" smtClean="0"/>
              <a:t>2020/4/2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31EA30-9A4F-46FA-A47E-498BD125E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4356A2-FD05-48EE-B93A-FEBD190A0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05856-5D93-4F67-BBAB-4A6090B1F5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3617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B195EB-C7A0-4056-B36D-42D03E0ED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7983D4-9F7E-48D9-BA1E-765F35C50F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84A663-CBA1-42E0-818E-FA51F283A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20BA4-0803-44F4-A1B0-266E3F0B65A6}" type="datetimeFigureOut">
              <a:rPr lang="zh-CN" altLang="en-US" smtClean="0"/>
              <a:t>2020/4/2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542B9A-3B5C-4AD1-9F70-2D7DFFFF0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FAC32F-68D9-4A7A-B3DC-CF1C8830F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05856-5D93-4F67-BBAB-4A6090B1F5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5115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B64E07-4E1E-4C90-9B74-ABC7DF22D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46300C5-2C85-4EFA-B8B1-350AD2A58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6C8414-1458-480F-8CA6-49DDD2B64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20BA4-0803-44F4-A1B0-266E3F0B65A6}" type="datetimeFigureOut">
              <a:rPr lang="zh-CN" altLang="en-US" smtClean="0"/>
              <a:t>2020/4/2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DE0D54-4B0E-42AC-96AD-7661F2C82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646F28-1729-4661-A2BF-5564AC3F7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05856-5D93-4F67-BBAB-4A6090B1F5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0043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EF98E2-CB90-4E89-A1A0-892035F34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321BCC-098B-4C66-80CA-8338265760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919C53B-A94A-4F99-B13E-4817800BA7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B70EF98-B08F-4A90-B3BE-F4338C931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20BA4-0803-44F4-A1B0-266E3F0B65A6}" type="datetimeFigureOut">
              <a:rPr lang="zh-CN" altLang="en-US" smtClean="0"/>
              <a:t>2020/4/2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689F2DF-7E28-443B-8B40-4B57F4059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5BCCC9-13C8-4E59-854B-D1D1FE533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05856-5D93-4F67-BBAB-4A6090B1F5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2928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5A83F6-DC04-4537-A06B-CB40038BB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0F838DA-F256-437B-B92E-4F2A9AD52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669D830-E05E-481D-9566-7D62B15883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363D46A-ADA1-41EE-B431-425D93AE44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65289AB-EB96-477A-9EC0-E0864C4A8D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4B29CB2-358C-4E3B-BA31-E5D08F0BA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20BA4-0803-44F4-A1B0-266E3F0B65A6}" type="datetimeFigureOut">
              <a:rPr lang="zh-CN" altLang="en-US" smtClean="0"/>
              <a:t>2020/4/2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AF14C05-C7D5-48AB-83FB-F79FDE944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37D98F0-7CDC-4981-9566-A9448E68D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05856-5D93-4F67-BBAB-4A6090B1F5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6164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D66850-C7AB-4670-AE66-BC5AA8312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028BC2-514A-4C4E-83EB-E87498476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20BA4-0803-44F4-A1B0-266E3F0B65A6}" type="datetimeFigureOut">
              <a:rPr lang="zh-CN" altLang="en-US" smtClean="0"/>
              <a:t>2020/4/2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788DDA0-6303-4080-A0C5-C732E1EA2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D196119-232A-4570-8F5D-F3C1E02F7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05856-5D93-4F67-BBAB-4A6090B1F5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024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BFCAF9D-5EAC-4C6F-BC04-1AD82CDB1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20BA4-0803-44F4-A1B0-266E3F0B65A6}" type="datetimeFigureOut">
              <a:rPr lang="zh-CN" altLang="en-US" smtClean="0"/>
              <a:t>2020/4/2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D5F541E-CEE8-463B-B4A8-607A88AF6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7969B-2E64-4AA0-8D6E-A60089443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05856-5D93-4F67-BBAB-4A6090B1F5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564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3FC121-FEEA-4326-B88E-2BA24539B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20CCCC-7A7E-4E83-BA57-F476DD4F58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E9B1CBD-2359-4FB7-BC7D-81ED205048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C6739FF-613F-489F-8A0B-C890BA484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20BA4-0803-44F4-A1B0-266E3F0B65A6}" type="datetimeFigureOut">
              <a:rPr lang="zh-CN" altLang="en-US" smtClean="0"/>
              <a:t>2020/4/2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6A19B73-B2F0-4E1B-B57F-69C950AEB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7CD6943-B0F6-41DD-8BA0-B730E56CE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05856-5D93-4F67-BBAB-4A6090B1F5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2048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967A08-0C1B-41FE-A41E-02B7162E7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623D6A2-4000-4BA9-98C5-9BA719E074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6F405DF-5BBB-4A0F-A357-F7FC68C825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D6A7C65-8D5C-4C83-83E1-EA4DB3709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20BA4-0803-44F4-A1B0-266E3F0B65A6}" type="datetimeFigureOut">
              <a:rPr lang="zh-CN" altLang="en-US" smtClean="0"/>
              <a:t>2020/4/2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10EF5F-F028-4CE6-9A78-410B19F94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F2606C-44D2-475C-A8F9-C252F7858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05856-5D93-4F67-BBAB-4A6090B1F5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7768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AB3004-C882-4D40-BAA2-C860B96BE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814D7E8-87E3-416D-B9ED-FDFB0E763C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166CBA-7279-477D-8B75-4909A03DC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20BA4-0803-44F4-A1B0-266E3F0B65A6}" type="datetimeFigureOut">
              <a:rPr lang="zh-CN" altLang="en-US" smtClean="0"/>
              <a:t>2020/4/2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62FBAE-FEF6-48FF-90C1-8081F71E0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3EEE9F-B87C-4ABD-B3F8-ED5AD3EF1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05856-5D93-4F67-BBAB-4A6090B1F5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1893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ACA0A36-4CE9-47F8-B7B2-C8CD59133F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B47616-6370-44D3-9CA4-334A041A8B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1EB009-DB59-4848-A6DD-45788557A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20BA4-0803-44F4-A1B0-266E3F0B65A6}" type="datetimeFigureOut">
              <a:rPr lang="zh-CN" altLang="en-US" smtClean="0"/>
              <a:t>2020/4/2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1DFC23-2BB2-40C0-8680-D1BD9ADF9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B7D482-D931-43BC-9470-314495710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05856-5D93-4F67-BBAB-4A6090B1F5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2849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880000-FD6D-4BC5-BB3F-724ABD82F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8A001E4-3F34-496C-A7B4-3527E64E5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4F4A07-06BC-48A6-9B56-F4CEB111F1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820BA4-0803-44F4-A1B0-266E3F0B65A6}" type="datetimeFigureOut">
              <a:rPr lang="zh-CN" altLang="en-US" smtClean="0"/>
              <a:t>2020/4/2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3949C5-515E-4877-B59A-3244334868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E65EB0-9264-43F8-A97D-36C8CEE071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205856-5D93-4F67-BBAB-4A6090B1F5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2795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1.gi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8CDF2AB6-8564-42AC-9958-71EBAAC865B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简介</a:t>
            </a:r>
            <a:endParaRPr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38E134D0-0BB8-49A3-AC28-F373ABB9811A}"/>
              </a:ext>
            </a:extLst>
          </p:cNvPr>
          <p:cNvSpPr txBox="1">
            <a:spLocks/>
          </p:cNvSpPr>
          <p:nvPr/>
        </p:nvSpPr>
        <p:spPr>
          <a:xfrm>
            <a:off x="680071" y="149561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/>
              <a:t>降水临近预报是指利用</a:t>
            </a:r>
            <a:r>
              <a:rPr lang="zh-CN" altLang="en-US" sz="1600" b="1"/>
              <a:t>雷达回波图</a:t>
            </a:r>
            <a:r>
              <a:rPr lang="en-US" altLang="zh-CN" sz="1600" b="1"/>
              <a:t>1</a:t>
            </a:r>
            <a:r>
              <a:rPr lang="zh-CN" altLang="en-US" sz="1600" b="1"/>
              <a:t>、雨量计</a:t>
            </a:r>
            <a:r>
              <a:rPr lang="zh-CN" altLang="en-US" sz="1600"/>
              <a:t>等观测数据，结合数值天气预报</a:t>
            </a:r>
            <a:r>
              <a:rPr lang="en-US" altLang="zh-CN" sz="1600"/>
              <a:t>(NWP)</a:t>
            </a:r>
            <a:r>
              <a:rPr lang="zh-CN" altLang="en-US" sz="1600"/>
              <a:t>模型，对局部地区降水强度进行极短时间</a:t>
            </a:r>
            <a:r>
              <a:rPr lang="en-US" altLang="zh-CN" sz="1600"/>
              <a:t>(</a:t>
            </a:r>
            <a:r>
              <a:rPr lang="zh-CN" altLang="en-US" sz="1600"/>
              <a:t>如</a:t>
            </a:r>
            <a:r>
              <a:rPr lang="en-US" altLang="zh-CN" sz="1600"/>
              <a:t>0-6</a:t>
            </a:r>
            <a:r>
              <a:rPr lang="zh-CN" altLang="en-US" sz="1600"/>
              <a:t>小时</a:t>
            </a:r>
            <a:r>
              <a:rPr lang="en-US" altLang="zh-CN" sz="1600"/>
              <a:t>)</a:t>
            </a:r>
            <a:r>
              <a:rPr lang="zh-CN" altLang="en-US" sz="1600"/>
              <a:t>预报的问题。</a:t>
            </a:r>
            <a:endParaRPr lang="zh-CN" altLang="en-US" dirty="0"/>
          </a:p>
        </p:txBody>
      </p:sp>
      <p:pic>
        <p:nvPicPr>
          <p:cNvPr id="6" name="图片 5" descr="黑色的屏幕&#10;&#10;描述已自动生成">
            <a:extLst>
              <a:ext uri="{FF2B5EF4-FFF2-40B4-BE49-F238E27FC236}">
                <a16:creationId xmlns:a16="http://schemas.microsoft.com/office/drawing/2014/main" id="{0E5B3596-F13C-4869-B6A2-2DF9793DCE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244" y="2105527"/>
            <a:ext cx="5028627" cy="247309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0A0C5D2-E357-4F39-B43D-4F28F30811E1}"/>
              </a:ext>
            </a:extLst>
          </p:cNvPr>
          <p:cNvSpPr txBox="1"/>
          <p:nvPr/>
        </p:nvSpPr>
        <p:spPr>
          <a:xfrm>
            <a:off x="1071510" y="4993460"/>
            <a:ext cx="7845609" cy="932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相同点：外形运动特征相似，雷达回波是（</a:t>
            </a:r>
            <a:r>
              <a:rPr lang="en-US" altLang="zh-CN" dirty="0"/>
              <a:t>0~1</a:t>
            </a:r>
            <a:r>
              <a:rPr lang="zh-CN" altLang="en-US" dirty="0"/>
              <a:t>）的数值（烟雾浓度）</a:t>
            </a:r>
            <a:endParaRPr lang="en-US" altLang="zh-CN" dirty="0"/>
          </a:p>
          <a:p>
            <a:r>
              <a:rPr lang="zh-CN" altLang="en-US" dirty="0"/>
              <a:t>不同点：降水临近预报     时空序列预测问题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zh-CN" altLang="en-US" dirty="0"/>
              <a:t>烟雾分割            视频语义分割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1BD0959-B308-4D98-898B-7E1A33C0B33B}"/>
              </a:ext>
            </a:extLst>
          </p:cNvPr>
          <p:cNvSpPr txBox="1"/>
          <p:nvPr/>
        </p:nvSpPr>
        <p:spPr>
          <a:xfrm>
            <a:off x="6096000" y="5270460"/>
            <a:ext cx="4225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已知</a:t>
            </a:r>
            <a:r>
              <a:rPr lang="en-US" altLang="zh-CN" dirty="0"/>
              <a:t>0-6</a:t>
            </a:r>
            <a:r>
              <a:rPr lang="zh-CN" altLang="en-US" dirty="0"/>
              <a:t>小时降水图，预测</a:t>
            </a:r>
            <a:r>
              <a:rPr lang="en-US" altLang="zh-CN" dirty="0"/>
              <a:t>7-12</a:t>
            </a:r>
            <a:r>
              <a:rPr lang="zh-CN" altLang="en-US" dirty="0"/>
              <a:t>时降水图</a:t>
            </a:r>
          </a:p>
        </p:txBody>
      </p:sp>
    </p:spTree>
    <p:extLst>
      <p:ext uri="{BB962C8B-B14F-4D97-AF65-F5344CB8AC3E}">
        <p14:creationId xmlns:p14="http://schemas.microsoft.com/office/powerpoint/2010/main" val="39236486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9EE9C155-7B11-4752-A4F6-C09BF4615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755" y="789216"/>
            <a:ext cx="5158197" cy="4477180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AE736E50-05B4-4C46-A655-20DAB9A54315}"/>
              </a:ext>
            </a:extLst>
          </p:cNvPr>
          <p:cNvSpPr txBox="1"/>
          <p:nvPr/>
        </p:nvSpPr>
        <p:spPr>
          <a:xfrm>
            <a:off x="6023091" y="2344546"/>
            <a:ext cx="651332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/>
              <a:t>RNN</a:t>
            </a:r>
            <a:r>
              <a:rPr lang="zh-CN" altLang="en-US" sz="4000" dirty="0"/>
              <a:t>：</a:t>
            </a:r>
            <a:r>
              <a:rPr lang="en-US" altLang="zh-CN" sz="4000" dirty="0" err="1"/>
              <a:t>convgru</a:t>
            </a:r>
            <a:endParaRPr lang="en-US" altLang="zh-CN" sz="4000" dirty="0"/>
          </a:p>
          <a:p>
            <a:r>
              <a:rPr lang="en-US" altLang="zh-CN" sz="4000" dirty="0"/>
              <a:t>	     </a:t>
            </a:r>
            <a:r>
              <a:rPr lang="en-US" altLang="zh-CN" sz="4000" dirty="0" err="1"/>
              <a:t>trajgru</a:t>
            </a:r>
            <a:r>
              <a:rPr lang="zh-CN" altLang="en-US" sz="4000" dirty="0"/>
              <a:t>（本文提出）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311BDDB-2EBC-4614-ADF3-5ACDC7C087BA}"/>
              </a:ext>
            </a:extLst>
          </p:cNvPr>
          <p:cNvSpPr txBox="1"/>
          <p:nvPr/>
        </p:nvSpPr>
        <p:spPr>
          <a:xfrm>
            <a:off x="677461" y="281384"/>
            <a:ext cx="75558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模型结构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CF6E856-8F13-460D-864F-3E6DCA43D2EC}"/>
              </a:ext>
            </a:extLst>
          </p:cNvPr>
          <p:cNvSpPr/>
          <p:nvPr/>
        </p:nvSpPr>
        <p:spPr>
          <a:xfrm>
            <a:off x="538556" y="5528794"/>
            <a:ext cx="1165344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reason to reverse the order of the forecasting network is that the high-level states, which have captured the global spatiotemporal representation, could guide the update of the low-level states. Moreover, the low-level states could further influence the prediction.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6144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CE6DA8F0-8ED9-4FC5-B226-0C393E3905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077" y="494585"/>
            <a:ext cx="6885980" cy="145099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9B4C2DF-D1D6-4AD9-99FF-FF9526EF2D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900" y="1945582"/>
            <a:ext cx="3352972" cy="456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803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3F3F2DC-0CA8-4592-B6EA-5EA82D9F9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2887" y="296878"/>
            <a:ext cx="5584730" cy="2423659"/>
          </a:xfrm>
          <a:prstGeom prst="rect">
            <a:avLst/>
          </a:prstGeom>
        </p:spPr>
      </p:pic>
      <p:pic>
        <p:nvPicPr>
          <p:cNvPr id="5" name="图片 4" descr="手机屏幕截图&#10;&#10;描述已自动生成">
            <a:extLst>
              <a:ext uri="{FF2B5EF4-FFF2-40B4-BE49-F238E27FC236}">
                <a16:creationId xmlns:a16="http://schemas.microsoft.com/office/drawing/2014/main" id="{A1DC15D5-52DE-4BE5-A3B0-CB330F0801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031" y="76762"/>
            <a:ext cx="5228077" cy="298817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DA20B91-FBAF-46E6-AF78-E20755B17485}"/>
              </a:ext>
            </a:extLst>
          </p:cNvPr>
          <p:cNvSpPr txBox="1"/>
          <p:nvPr/>
        </p:nvSpPr>
        <p:spPr>
          <a:xfrm>
            <a:off x="355600" y="177800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GRU</a:t>
            </a:r>
            <a:endParaRPr lang="zh-CN" altLang="en-US" dirty="0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C91A91E1-0999-49E2-B9C7-E2E5CBDBA7DF}"/>
              </a:ext>
            </a:extLst>
          </p:cNvPr>
          <p:cNvCxnSpPr/>
          <p:nvPr/>
        </p:nvCxnSpPr>
        <p:spPr>
          <a:xfrm>
            <a:off x="5513901" y="1656920"/>
            <a:ext cx="109315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30DE5C6D-1156-42BD-8916-FAB4119BC6C4}"/>
              </a:ext>
            </a:extLst>
          </p:cNvPr>
          <p:cNvSpPr txBox="1"/>
          <p:nvPr/>
        </p:nvSpPr>
        <p:spPr>
          <a:xfrm>
            <a:off x="5772834" y="132404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比较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93A98DCE-969E-4D41-AE49-7FF23D838C18}"/>
              </a:ext>
            </a:extLst>
          </p:cNvPr>
          <p:cNvCxnSpPr/>
          <p:nvPr/>
        </p:nvCxnSpPr>
        <p:spPr>
          <a:xfrm>
            <a:off x="7404577" y="825023"/>
            <a:ext cx="1306286" cy="0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02991FD2-DD15-41EA-86D4-8D276838071C}"/>
              </a:ext>
            </a:extLst>
          </p:cNvPr>
          <p:cNvCxnSpPr/>
          <p:nvPr/>
        </p:nvCxnSpPr>
        <p:spPr>
          <a:xfrm>
            <a:off x="9446508" y="1155032"/>
            <a:ext cx="433137" cy="0"/>
          </a:xfrm>
          <a:prstGeom prst="line">
            <a:avLst/>
          </a:prstGeom>
          <a:ln w="127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4" name="图片 13">
            <a:extLst>
              <a:ext uri="{FF2B5EF4-FFF2-40B4-BE49-F238E27FC236}">
                <a16:creationId xmlns:a16="http://schemas.microsoft.com/office/drawing/2014/main" id="{9704679B-7C02-4C4C-A455-1C49FF6296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10" y="3666253"/>
            <a:ext cx="4159464" cy="233057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CFD27C47-F571-4206-8C6E-FC7018CBDC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1350" y="3666253"/>
            <a:ext cx="4159464" cy="2330570"/>
          </a:xfrm>
          <a:prstGeom prst="rect">
            <a:avLst/>
          </a:prstGeom>
        </p:spPr>
      </p:pic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8CC8C130-5702-4B3D-95D7-24515E64AB9E}"/>
              </a:ext>
            </a:extLst>
          </p:cNvPr>
          <p:cNvCxnSpPr/>
          <p:nvPr/>
        </p:nvCxnSpPr>
        <p:spPr>
          <a:xfrm>
            <a:off x="3671350" y="4269492"/>
            <a:ext cx="639393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8026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95629627-4BC5-4623-AE23-6D820A68C5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389" y="337886"/>
            <a:ext cx="9469426" cy="263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EB6E283-9662-4C50-80D9-1E1B9C7436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410" y="3162286"/>
            <a:ext cx="6902805" cy="533427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8CDF3CB3-D88A-4EA4-A7FE-CC9E74C0354F}"/>
              </a:ext>
            </a:extLst>
          </p:cNvPr>
          <p:cNvSpPr/>
          <p:nvPr/>
        </p:nvSpPr>
        <p:spPr>
          <a:xfrm>
            <a:off x="4111362" y="3364135"/>
            <a:ext cx="563766" cy="2543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黑色的屏幕&#10;&#10;描述已自动生成">
            <a:extLst>
              <a:ext uri="{FF2B5EF4-FFF2-40B4-BE49-F238E27FC236}">
                <a16:creationId xmlns:a16="http://schemas.microsoft.com/office/drawing/2014/main" id="{474871FE-8EBB-41B7-A719-F535B65F41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71" y="2900620"/>
            <a:ext cx="3233379" cy="1590186"/>
          </a:xfrm>
          <a:prstGeom prst="rect">
            <a:avLst/>
          </a:prstGeom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CA5836F8-CD87-47A3-A836-EFFB38224327}"/>
              </a:ext>
            </a:extLst>
          </p:cNvPr>
          <p:cNvSpPr/>
          <p:nvPr/>
        </p:nvSpPr>
        <p:spPr>
          <a:xfrm>
            <a:off x="2193185" y="1505666"/>
            <a:ext cx="1223784" cy="45376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concat</a:t>
            </a:r>
            <a:endParaRPr lang="zh-CN" altLang="en-US" dirty="0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0C0BFAF5-1799-4D41-93E2-3E045A1F4B53}"/>
              </a:ext>
            </a:extLst>
          </p:cNvPr>
          <p:cNvSpPr/>
          <p:nvPr/>
        </p:nvSpPr>
        <p:spPr>
          <a:xfrm>
            <a:off x="5453174" y="1548064"/>
            <a:ext cx="1223784" cy="45376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concat</a:t>
            </a:r>
            <a:endParaRPr lang="zh-CN" altLang="en-US" dirty="0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323DA580-FF75-4C67-A2D9-5BDA225A4889}"/>
              </a:ext>
            </a:extLst>
          </p:cNvPr>
          <p:cNvSpPr/>
          <p:nvPr/>
        </p:nvSpPr>
        <p:spPr>
          <a:xfrm>
            <a:off x="8944206" y="1548064"/>
            <a:ext cx="1223784" cy="45376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concat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C1AE1D5-C54D-4486-814C-D5531C952C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410" y="3982534"/>
            <a:ext cx="5442230" cy="311166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ABE1FD8B-C673-4982-825B-E63394BBD57D}"/>
              </a:ext>
            </a:extLst>
          </p:cNvPr>
          <p:cNvSpPr txBox="1"/>
          <p:nvPr/>
        </p:nvSpPr>
        <p:spPr>
          <a:xfrm>
            <a:off x="605017" y="4888258"/>
            <a:ext cx="1104155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问题：对于降水预报问题，预测效果好时因为：</a:t>
            </a:r>
            <a:endParaRPr lang="en-US" altLang="zh-CN" dirty="0"/>
          </a:p>
          <a:p>
            <a:r>
              <a:rPr lang="en-US" altLang="zh-CN" dirty="0"/>
              <a:t>1.</a:t>
            </a:r>
            <a:r>
              <a:rPr lang="zh-CN" altLang="en-US" dirty="0"/>
              <a:t>具有对于某一时刻，前一时刻的信息总是相对准确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光流网络作为子网络，预测光流的流向作为预测的依据，对于需要预测的目标云具有追踪作用。</a:t>
            </a:r>
            <a:endParaRPr lang="en-US" altLang="zh-CN" dirty="0"/>
          </a:p>
          <a:p>
            <a:r>
              <a:rPr lang="zh-CN" altLang="en-US" dirty="0"/>
              <a:t>对于烟雾检测问题：</a:t>
            </a:r>
            <a:endParaRPr lang="en-US" altLang="zh-CN" dirty="0"/>
          </a:p>
          <a:p>
            <a:r>
              <a:rPr lang="en-US" altLang="zh-CN" dirty="0"/>
              <a:t>1.</a:t>
            </a:r>
            <a:r>
              <a:rPr lang="zh-CN" altLang="en-US" dirty="0"/>
              <a:t>每一时刻的信息都不准确但是相互之间存在关联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光流的预测是否有效？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64634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9" grpId="0" animBg="1"/>
      <p:bldP spid="9" grpId="1" animBg="1"/>
      <p:bldP spid="10" grpId="0" animBg="1"/>
      <p:bldP spid="10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E932CD13-7227-4CFD-AE8C-A98828B166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651" y="2098425"/>
            <a:ext cx="5567350" cy="3932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5316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231</Words>
  <Application>Microsoft Office PowerPoint</Application>
  <PresentationFormat>宽屏</PresentationFormat>
  <Paragraphs>22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等线</vt:lpstr>
      <vt:lpstr>等线 Light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林 昊琪</dc:creator>
  <cp:lastModifiedBy>林 昊琪</cp:lastModifiedBy>
  <cp:revision>11</cp:revision>
  <dcterms:created xsi:type="dcterms:W3CDTF">2020-04-02T01:23:43Z</dcterms:created>
  <dcterms:modified xsi:type="dcterms:W3CDTF">2020-04-02T04:54:53Z</dcterms:modified>
</cp:coreProperties>
</file>