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4">
  <p:sldMasterIdLst>
    <p:sldMasterId id="2147483666" r:id="rId1"/>
  </p:sldMasterIdLst>
  <p:notesMasterIdLst>
    <p:notesMasterId r:id="rId6"/>
  </p:notesMasterIdLst>
  <p:handoutMasterIdLst>
    <p:handoutMasterId r:id="rId7"/>
  </p:handoutMasterIdLst>
  <p:sldIdLst>
    <p:sldId id="303" r:id="rId2"/>
    <p:sldId id="355" r:id="rId3"/>
    <p:sldId id="356" r:id="rId4"/>
    <p:sldId id="353" r:id="rId5"/>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232" userDrawn="1">
          <p15:clr>
            <a:srgbClr val="A4A3A4"/>
          </p15:clr>
        </p15:guide>
        <p15:guide id="4" orient="horz" pos="4088" userDrawn="1">
          <p15:clr>
            <a:srgbClr val="A4A3A4"/>
          </p15:clr>
        </p15:guide>
        <p15:guide id="5" pos="5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F0000"/>
    <a:srgbClr val="6600FF"/>
    <a:srgbClr val="000099"/>
    <a:srgbClr val="33CC33"/>
    <a:srgbClr val="00CC66"/>
    <a:srgbClr val="009999"/>
    <a:srgbClr val="FF3300"/>
    <a:srgbClr val="FFFFFF"/>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38" autoAdjust="0"/>
    <p:restoredTop sz="96408" autoAdjust="0"/>
  </p:normalViewPr>
  <p:slideViewPr>
    <p:cSldViewPr snapToGrid="0" snapToObjects="1">
      <p:cViewPr varScale="1">
        <p:scale>
          <a:sx n="69" d="100"/>
          <a:sy n="69" d="100"/>
        </p:scale>
        <p:origin x="244" y="44"/>
      </p:cViewPr>
      <p:guideLst>
        <p:guide pos="3840"/>
        <p:guide orient="horz" pos="2160"/>
        <p:guide orient="horz" pos="232"/>
        <p:guide orient="horz" pos="4088"/>
        <p:guide pos="574"/>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66" d="100"/>
          <a:sy n="66" d="100"/>
        </p:scale>
        <p:origin x="333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 Jingyu" userId="a629a903dcfda7ce" providerId="LiveId" clId="{6E42EEB3-0F62-4E46-9204-E82A6D0FFED7}"/>
    <pc:docChg chg="undo custSel addSld delSld modSld">
      <pc:chgData name="Hu Jingyu" userId="a629a903dcfda7ce" providerId="LiveId" clId="{6E42EEB3-0F62-4E46-9204-E82A6D0FFED7}" dt="2019-09-03T08:54:10.887" v="445" actId="1076"/>
      <pc:docMkLst>
        <pc:docMk/>
      </pc:docMkLst>
      <pc:sldChg chg="addSp modSp">
        <pc:chgData name="Hu Jingyu" userId="a629a903dcfda7ce" providerId="LiveId" clId="{6E42EEB3-0F62-4E46-9204-E82A6D0FFED7}" dt="2019-09-03T08:54:10.887" v="445" actId="1076"/>
        <pc:sldMkLst>
          <pc:docMk/>
          <pc:sldMk cId="621215762" sldId="387"/>
        </pc:sldMkLst>
        <pc:spChg chg="add mod">
          <ac:chgData name="Hu Jingyu" userId="a629a903dcfda7ce" providerId="LiveId" clId="{6E42EEB3-0F62-4E46-9204-E82A6D0FFED7}" dt="2019-09-03T08:54:10.887" v="445" actId="1076"/>
          <ac:spMkLst>
            <pc:docMk/>
            <pc:sldMk cId="621215762" sldId="387"/>
            <ac:spMk id="4" creationId="{3190080E-7536-4D53-BE08-3EFFA7EF819D}"/>
          </ac:spMkLst>
        </pc:spChg>
      </pc:sldChg>
      <pc:sldChg chg="addSp modSp">
        <pc:chgData name="Hu Jingyu" userId="a629a903dcfda7ce" providerId="LiveId" clId="{6E42EEB3-0F62-4E46-9204-E82A6D0FFED7}" dt="2019-09-03T07:37:53.133" v="27" actId="1076"/>
        <pc:sldMkLst>
          <pc:docMk/>
          <pc:sldMk cId="202914713" sldId="388"/>
        </pc:sldMkLst>
        <pc:spChg chg="add mod">
          <ac:chgData name="Hu Jingyu" userId="a629a903dcfda7ce" providerId="LiveId" clId="{6E42EEB3-0F62-4E46-9204-E82A6D0FFED7}" dt="2019-09-03T07:37:53.133" v="27" actId="1076"/>
          <ac:spMkLst>
            <pc:docMk/>
            <pc:sldMk cId="202914713" sldId="388"/>
            <ac:spMk id="3" creationId="{10BF996B-7050-4B6A-BE5D-ED0B2CA913E7}"/>
          </ac:spMkLst>
        </pc:spChg>
      </pc:sldChg>
      <pc:sldChg chg="addSp modSp">
        <pc:chgData name="Hu Jingyu" userId="a629a903dcfda7ce" providerId="LiveId" clId="{6E42EEB3-0F62-4E46-9204-E82A6D0FFED7}" dt="2019-09-03T07:33:18.358" v="14" actId="1076"/>
        <pc:sldMkLst>
          <pc:docMk/>
          <pc:sldMk cId="1228813056" sldId="389"/>
        </pc:sldMkLst>
        <pc:spChg chg="add mod">
          <ac:chgData name="Hu Jingyu" userId="a629a903dcfda7ce" providerId="LiveId" clId="{6E42EEB3-0F62-4E46-9204-E82A6D0FFED7}" dt="2019-09-03T07:33:18.358" v="14" actId="1076"/>
          <ac:spMkLst>
            <pc:docMk/>
            <pc:sldMk cId="1228813056" sldId="389"/>
            <ac:spMk id="3" creationId="{6B61952B-2046-4671-9A30-1822114C9634}"/>
          </ac:spMkLst>
        </pc:spChg>
      </pc:sldChg>
      <pc:sldChg chg="addSp modSp">
        <pc:chgData name="Hu Jingyu" userId="a629a903dcfda7ce" providerId="LiveId" clId="{6E42EEB3-0F62-4E46-9204-E82A6D0FFED7}" dt="2019-09-03T07:31:16.547" v="7" actId="20577"/>
        <pc:sldMkLst>
          <pc:docMk/>
          <pc:sldMk cId="825811426" sldId="390"/>
        </pc:sldMkLst>
        <pc:spChg chg="add mod">
          <ac:chgData name="Hu Jingyu" userId="a629a903dcfda7ce" providerId="LiveId" clId="{6E42EEB3-0F62-4E46-9204-E82A6D0FFED7}" dt="2019-09-03T07:31:16.547" v="7" actId="20577"/>
          <ac:spMkLst>
            <pc:docMk/>
            <pc:sldMk cId="825811426" sldId="390"/>
            <ac:spMk id="3" creationId="{A31E6083-E0E7-4119-B998-E2D68DB5555B}"/>
          </ac:spMkLst>
        </pc:spChg>
      </pc:sldChg>
      <pc:sldChg chg="addSp modSp">
        <pc:chgData name="Hu Jingyu" userId="a629a903dcfda7ce" providerId="LiveId" clId="{6E42EEB3-0F62-4E46-9204-E82A6D0FFED7}" dt="2019-09-03T08:06:58.711" v="176" actId="1076"/>
        <pc:sldMkLst>
          <pc:docMk/>
          <pc:sldMk cId="1605259674" sldId="392"/>
        </pc:sldMkLst>
        <pc:spChg chg="add mod">
          <ac:chgData name="Hu Jingyu" userId="a629a903dcfda7ce" providerId="LiveId" clId="{6E42EEB3-0F62-4E46-9204-E82A6D0FFED7}" dt="2019-09-03T07:38:14.013" v="34" actId="1076"/>
          <ac:spMkLst>
            <pc:docMk/>
            <pc:sldMk cId="1605259674" sldId="392"/>
            <ac:spMk id="3" creationId="{96FB616E-CE6B-436E-9624-AAC50D9757F5}"/>
          </ac:spMkLst>
        </pc:spChg>
        <pc:spChg chg="add mod">
          <ac:chgData name="Hu Jingyu" userId="a629a903dcfda7ce" providerId="LiveId" clId="{6E42EEB3-0F62-4E46-9204-E82A6D0FFED7}" dt="2019-09-03T08:06:58.711" v="176" actId="1076"/>
          <ac:spMkLst>
            <pc:docMk/>
            <pc:sldMk cId="1605259674" sldId="392"/>
            <ac:spMk id="4" creationId="{A0F610A6-3EEF-4E55-917B-8FB3D90A5069}"/>
          </ac:spMkLst>
        </pc:spChg>
      </pc:sldChg>
      <pc:sldChg chg="addSp delSp modSp del">
        <pc:chgData name="Hu Jingyu" userId="a629a903dcfda7ce" providerId="LiveId" clId="{6E42EEB3-0F62-4E46-9204-E82A6D0FFED7}" dt="2019-09-03T08:07:31.045" v="177" actId="2696"/>
        <pc:sldMkLst>
          <pc:docMk/>
          <pc:sldMk cId="3747303549" sldId="393"/>
        </pc:sldMkLst>
        <pc:spChg chg="add del mod">
          <ac:chgData name="Hu Jingyu" userId="a629a903dcfda7ce" providerId="LiveId" clId="{6E42EEB3-0F62-4E46-9204-E82A6D0FFED7}" dt="2019-09-03T08:06:49.090" v="174"/>
          <ac:spMkLst>
            <pc:docMk/>
            <pc:sldMk cId="3747303549" sldId="393"/>
            <ac:spMk id="3" creationId="{1BB166A6-D818-40A0-8838-B19A7377094D}"/>
          </ac:spMkLst>
        </pc:spChg>
      </pc:sldChg>
      <pc:sldChg chg="addSp modSp add">
        <pc:chgData name="Hu Jingyu" userId="a629a903dcfda7ce" providerId="LiveId" clId="{6E42EEB3-0F62-4E46-9204-E82A6D0FFED7}" dt="2019-09-03T07:51:22.340" v="125" actId="1076"/>
        <pc:sldMkLst>
          <pc:docMk/>
          <pc:sldMk cId="1534956624" sldId="394"/>
        </pc:sldMkLst>
        <pc:spChg chg="mod">
          <ac:chgData name="Hu Jingyu" userId="a629a903dcfda7ce" providerId="LiveId" clId="{6E42EEB3-0F62-4E46-9204-E82A6D0FFED7}" dt="2019-09-03T07:50:56.881" v="114"/>
          <ac:spMkLst>
            <pc:docMk/>
            <pc:sldMk cId="1534956624" sldId="394"/>
            <ac:spMk id="2" creationId="{EBDEB3C8-FD99-41C4-8288-6A44067BE4FE}"/>
          </ac:spMkLst>
        </pc:spChg>
        <pc:spChg chg="add mod">
          <ac:chgData name="Hu Jingyu" userId="a629a903dcfda7ce" providerId="LiveId" clId="{6E42EEB3-0F62-4E46-9204-E82A6D0FFED7}" dt="2019-09-03T07:51:22.340" v="125" actId="1076"/>
          <ac:spMkLst>
            <pc:docMk/>
            <pc:sldMk cId="1534956624" sldId="394"/>
            <ac:spMk id="3" creationId="{B07ABF6C-9E6F-4734-9E15-D0BB537694CE}"/>
          </ac:spMkLst>
        </pc:spChg>
      </pc:sldChg>
      <pc:sldChg chg="addSp modSp add">
        <pc:chgData name="Hu Jingyu" userId="a629a903dcfda7ce" providerId="LiveId" clId="{6E42EEB3-0F62-4E46-9204-E82A6D0FFED7}" dt="2019-09-03T08:09:11.083" v="178" actId="1076"/>
        <pc:sldMkLst>
          <pc:docMk/>
          <pc:sldMk cId="3765175752" sldId="395"/>
        </pc:sldMkLst>
        <pc:spChg chg="mod">
          <ac:chgData name="Hu Jingyu" userId="a629a903dcfda7ce" providerId="LiveId" clId="{6E42EEB3-0F62-4E46-9204-E82A6D0FFED7}" dt="2019-09-03T07:44:26.867" v="70"/>
          <ac:spMkLst>
            <pc:docMk/>
            <pc:sldMk cId="3765175752" sldId="395"/>
            <ac:spMk id="2" creationId="{EBDEB3C8-FD99-41C4-8288-6A44067BE4FE}"/>
          </ac:spMkLst>
        </pc:spChg>
        <pc:spChg chg="add mod">
          <ac:chgData name="Hu Jingyu" userId="a629a903dcfda7ce" providerId="LiveId" clId="{6E42EEB3-0F62-4E46-9204-E82A6D0FFED7}" dt="2019-09-03T07:50:16.736" v="111" actId="1076"/>
          <ac:spMkLst>
            <pc:docMk/>
            <pc:sldMk cId="3765175752" sldId="395"/>
            <ac:spMk id="3" creationId="{F7883086-7CBD-4744-B7BF-86A1B79AC908}"/>
          </ac:spMkLst>
        </pc:spChg>
        <pc:picChg chg="add mod">
          <ac:chgData name="Hu Jingyu" userId="a629a903dcfda7ce" providerId="LiveId" clId="{6E42EEB3-0F62-4E46-9204-E82A6D0FFED7}" dt="2019-09-03T08:09:11.083" v="178" actId="1076"/>
          <ac:picMkLst>
            <pc:docMk/>
            <pc:sldMk cId="3765175752" sldId="395"/>
            <ac:picMk id="4" creationId="{56499835-0934-4054-9652-844B24E22FAD}"/>
          </ac:picMkLst>
        </pc:picChg>
      </pc:sldChg>
      <pc:sldChg chg="addSp modSp add">
        <pc:chgData name="Hu Jingyu" userId="a629a903dcfda7ce" providerId="LiveId" clId="{6E42EEB3-0F62-4E46-9204-E82A6D0FFED7}" dt="2019-09-03T07:49:29.969" v="96" actId="1076"/>
        <pc:sldMkLst>
          <pc:docMk/>
          <pc:sldMk cId="3104798851" sldId="396"/>
        </pc:sldMkLst>
        <pc:spChg chg="mod">
          <ac:chgData name="Hu Jingyu" userId="a629a903dcfda7ce" providerId="LiveId" clId="{6E42EEB3-0F62-4E46-9204-E82A6D0FFED7}" dt="2019-09-03T07:44:20.510" v="67"/>
          <ac:spMkLst>
            <pc:docMk/>
            <pc:sldMk cId="3104798851" sldId="396"/>
            <ac:spMk id="2" creationId="{EBDEB3C8-FD99-41C4-8288-6A44067BE4FE}"/>
          </ac:spMkLst>
        </pc:spChg>
        <pc:spChg chg="add mod">
          <ac:chgData name="Hu Jingyu" userId="a629a903dcfda7ce" providerId="LiveId" clId="{6E42EEB3-0F62-4E46-9204-E82A6D0FFED7}" dt="2019-09-03T07:47:00.617" v="86" actId="1076"/>
          <ac:spMkLst>
            <pc:docMk/>
            <pc:sldMk cId="3104798851" sldId="396"/>
            <ac:spMk id="3" creationId="{B3F138F4-DF61-44E0-8373-BCC62B0B9A6A}"/>
          </ac:spMkLst>
        </pc:spChg>
        <pc:spChg chg="add mod">
          <ac:chgData name="Hu Jingyu" userId="a629a903dcfda7ce" providerId="LiveId" clId="{6E42EEB3-0F62-4E46-9204-E82A6D0FFED7}" dt="2019-09-03T07:49:29.969" v="96" actId="1076"/>
          <ac:spMkLst>
            <pc:docMk/>
            <pc:sldMk cId="3104798851" sldId="396"/>
            <ac:spMk id="4" creationId="{ABBE1C4F-B617-4282-B5F3-90A960FA4AC9}"/>
          </ac:spMkLst>
        </pc:spChg>
      </pc:sldChg>
      <pc:sldChg chg="addSp modSp add">
        <pc:chgData name="Hu Jingyu" userId="a629a903dcfda7ce" providerId="LiveId" clId="{6E42EEB3-0F62-4E46-9204-E82A6D0FFED7}" dt="2019-09-03T07:40:34.012" v="64" actId="6549"/>
        <pc:sldMkLst>
          <pc:docMk/>
          <pc:sldMk cId="1362252455" sldId="397"/>
        </pc:sldMkLst>
        <pc:spChg chg="add mod">
          <ac:chgData name="Hu Jingyu" userId="a629a903dcfda7ce" providerId="LiveId" clId="{6E42EEB3-0F62-4E46-9204-E82A6D0FFED7}" dt="2019-09-03T07:40:34.012" v="64" actId="6549"/>
          <ac:spMkLst>
            <pc:docMk/>
            <pc:sldMk cId="1362252455" sldId="397"/>
            <ac:spMk id="3" creationId="{9D6FD71D-1783-4906-BAD2-55F550349ED9}"/>
          </ac:spMkLst>
        </pc:spChg>
      </pc:sldChg>
      <pc:sldChg chg="addSp modSp add">
        <pc:chgData name="Hu Jingyu" userId="a629a903dcfda7ce" providerId="LiveId" clId="{6E42EEB3-0F62-4E46-9204-E82A6D0FFED7}" dt="2019-09-03T07:57:50.068" v="150" actId="1076"/>
        <pc:sldMkLst>
          <pc:docMk/>
          <pc:sldMk cId="1270727125" sldId="398"/>
        </pc:sldMkLst>
        <pc:spChg chg="mod">
          <ac:chgData name="Hu Jingyu" userId="a629a903dcfda7ce" providerId="LiveId" clId="{6E42EEB3-0F62-4E46-9204-E82A6D0FFED7}" dt="2019-09-03T07:56:23.545" v="134"/>
          <ac:spMkLst>
            <pc:docMk/>
            <pc:sldMk cId="1270727125" sldId="398"/>
            <ac:spMk id="2" creationId="{EBDEB3C8-FD99-41C4-8288-6A44067BE4FE}"/>
          </ac:spMkLst>
        </pc:spChg>
        <pc:spChg chg="add mod">
          <ac:chgData name="Hu Jingyu" userId="a629a903dcfda7ce" providerId="LiveId" clId="{6E42EEB3-0F62-4E46-9204-E82A6D0FFED7}" dt="2019-09-03T07:57:44.342" v="149" actId="20577"/>
          <ac:spMkLst>
            <pc:docMk/>
            <pc:sldMk cId="1270727125" sldId="398"/>
            <ac:spMk id="3" creationId="{861B139A-06BA-4BA7-8A7C-31E34F99CDBE}"/>
          </ac:spMkLst>
        </pc:spChg>
        <pc:spChg chg="add mod">
          <ac:chgData name="Hu Jingyu" userId="a629a903dcfda7ce" providerId="LiveId" clId="{6E42EEB3-0F62-4E46-9204-E82A6D0FFED7}" dt="2019-09-03T07:57:50.068" v="150" actId="1076"/>
          <ac:spMkLst>
            <pc:docMk/>
            <pc:sldMk cId="1270727125" sldId="398"/>
            <ac:spMk id="4" creationId="{B4C0E018-C39A-44F2-9144-4D9620D5D158}"/>
          </ac:spMkLst>
        </pc:spChg>
      </pc:sldChg>
      <pc:sldChg chg="addSp modSp add">
        <pc:chgData name="Hu Jingyu" userId="a629a903dcfda7ce" providerId="LiveId" clId="{6E42EEB3-0F62-4E46-9204-E82A6D0FFED7}" dt="2019-09-03T07:59:11.116" v="170" actId="20577"/>
        <pc:sldMkLst>
          <pc:docMk/>
          <pc:sldMk cId="202885516" sldId="399"/>
        </pc:sldMkLst>
        <pc:spChg chg="mod">
          <ac:chgData name="Hu Jingyu" userId="a629a903dcfda7ce" providerId="LiveId" clId="{6E42EEB3-0F62-4E46-9204-E82A6D0FFED7}" dt="2019-09-03T07:57:16.504" v="144"/>
          <ac:spMkLst>
            <pc:docMk/>
            <pc:sldMk cId="202885516" sldId="399"/>
            <ac:spMk id="2" creationId="{EBDEB3C8-FD99-41C4-8288-6A44067BE4FE}"/>
          </ac:spMkLst>
        </pc:spChg>
        <pc:spChg chg="add mod">
          <ac:chgData name="Hu Jingyu" userId="a629a903dcfda7ce" providerId="LiveId" clId="{6E42EEB3-0F62-4E46-9204-E82A6D0FFED7}" dt="2019-09-03T07:59:11.116" v="170" actId="20577"/>
          <ac:spMkLst>
            <pc:docMk/>
            <pc:sldMk cId="202885516" sldId="399"/>
            <ac:spMk id="3" creationId="{80BF2900-A985-4096-A2CB-FA209A58A7D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2E08C6-A8D6-4426-B0F6-8365D5E90C3D}" type="datetimeFigureOut">
              <a:rPr lang="zh-CN" altLang="en-US" smtClean="0"/>
              <a:t>2020/4/24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35310C-31F2-4F7E-95AC-1A51EFB82AFE}" type="slidenum">
              <a:rPr lang="zh-CN" altLang="en-US" smtClean="0"/>
              <a:t>‹#›</a:t>
            </a:fld>
            <a:endParaRPr lang="zh-CN" altLang="en-US"/>
          </a:p>
        </p:txBody>
      </p:sp>
    </p:spTree>
    <p:extLst>
      <p:ext uri="{BB962C8B-B14F-4D97-AF65-F5344CB8AC3E}">
        <p14:creationId xmlns:p14="http://schemas.microsoft.com/office/powerpoint/2010/main" val="5484314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CA7BF-183C-46C8-9282-AFD276260CB2}" type="datetimeFigureOut">
              <a:rPr lang="zh-CN" altLang="en-US" smtClean="0"/>
              <a:t>2020/4/24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2F600-D6BF-48F3-BE94-005CF5FB96EE}" type="slidenum">
              <a:rPr lang="zh-CN" altLang="en-US" smtClean="0"/>
              <a:t>‹#›</a:t>
            </a:fld>
            <a:endParaRPr lang="zh-CN" altLang="en-US"/>
          </a:p>
        </p:txBody>
      </p:sp>
    </p:spTree>
    <p:extLst>
      <p:ext uri="{BB962C8B-B14F-4D97-AF65-F5344CB8AC3E}">
        <p14:creationId xmlns:p14="http://schemas.microsoft.com/office/powerpoint/2010/main" val="417197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56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153469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p:blipFill>
        <p:spPr>
          <a:xfrm>
            <a:off x="3882314" y="1181451"/>
            <a:ext cx="4495104" cy="4495104"/>
          </a:xfrm>
          <a:prstGeom prst="ellipse">
            <a:avLst/>
          </a:prstGeom>
        </p:spPr>
      </p:pic>
      <p:cxnSp>
        <p:nvCxnSpPr>
          <p:cNvPr id="6" name="直接连接符 5"/>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723644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p:blipFill>
        <p:spPr>
          <a:xfrm>
            <a:off x="952455" y="-12701"/>
            <a:ext cx="10492980" cy="6858001"/>
          </a:xfrm>
          <a:prstGeom prst="rect">
            <a:avLst/>
          </a:prstGeom>
        </p:spPr>
      </p:pic>
    </p:spTree>
    <p:extLst>
      <p:ext uri="{BB962C8B-B14F-4D97-AF65-F5344CB8AC3E}">
        <p14:creationId xmlns:p14="http://schemas.microsoft.com/office/powerpoint/2010/main" val="410897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p:blipFill>
        <p:spPr>
          <a:xfrm>
            <a:off x="8015258" y="-12700"/>
            <a:ext cx="4189442" cy="6858000"/>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450075595"/>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p:blipFill>
        <p:spPr>
          <a:xfrm flipH="1">
            <a:off x="0" y="-12700"/>
            <a:ext cx="4189442" cy="6858000"/>
          </a:xfrm>
          <a:prstGeom prst="rect">
            <a:avLst/>
          </a:prstGeom>
        </p:spPr>
      </p:pic>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0810187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p:blipFill>
        <p:spPr>
          <a:xfrm>
            <a:off x="7739212" y="-4813"/>
            <a:ext cx="4452788" cy="6862813"/>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7532741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p:blipFill>
        <p:spPr>
          <a:xfrm>
            <a:off x="7739212" y="0"/>
            <a:ext cx="4452788" cy="6862813"/>
          </a:xfrm>
          <a:prstGeom prst="rect">
            <a:avLst/>
          </a:prstGeom>
        </p:spPr>
      </p:pic>
    </p:spTree>
    <p:extLst>
      <p:ext uri="{BB962C8B-B14F-4D97-AF65-F5344CB8AC3E}">
        <p14:creationId xmlns:p14="http://schemas.microsoft.com/office/powerpoint/2010/main" val="102857496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002904"/>
      </p:ext>
    </p:extLst>
  </p:cSld>
  <p:clrMap bg1="lt1" tx1="dk1" bg2="lt2" tx2="dk2" accent1="accent1" accent2="accent2" accent3="accent3" accent4="accent4" accent5="accent5" accent6="accent6" hlink="hlink" folHlink="folHlink"/>
  <p:sldLayoutIdLst>
    <p:sldLayoutId id="2147483683" r:id="rId1"/>
    <p:sldLayoutId id="2147483685" r:id="rId2"/>
    <p:sldLayoutId id="2147483684" r:id="rId3"/>
    <p:sldLayoutId id="2147483679" r:id="rId4"/>
    <p:sldLayoutId id="2147483680" r:id="rId5"/>
    <p:sldLayoutId id="2147483681" r:id="rId6"/>
    <p:sldLayoutId id="2147483682" r:id="rId7"/>
    <p:sldLayoutId id="214748368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98240" y="939493"/>
            <a:ext cx="5394960" cy="1200329"/>
          </a:xfrm>
          <a:prstGeom prst="rect">
            <a:avLst/>
          </a:prstGeom>
          <a:noFill/>
        </p:spPr>
        <p:txBody>
          <a:bodyPr wrap="square" rtlCol="0">
            <a:spAutoFit/>
          </a:bodyPr>
          <a:lstStyle/>
          <a:p>
            <a:pPr algn="just"/>
            <a:r>
              <a:rPr lang="zh-CN" altLang="en-US" sz="7200" b="1" dirty="0">
                <a:solidFill>
                  <a:srgbClr val="00B050"/>
                </a:solidFill>
                <a:latin typeface="Rockwell" panose="02060603020205020403" pitchFamily="18" charset="0"/>
              </a:rPr>
              <a:t>进度汇报</a:t>
            </a:r>
            <a:endParaRPr lang="en-US" altLang="zh-CN" sz="7200" b="1" dirty="0">
              <a:solidFill>
                <a:srgbClr val="00B050"/>
              </a:solidFill>
              <a:latin typeface="Rockwell" panose="02060603020205020403" pitchFamily="18" charset="0"/>
            </a:endParaRPr>
          </a:p>
        </p:txBody>
      </p:sp>
      <p:sp>
        <p:nvSpPr>
          <p:cNvPr id="3" name="文本框 2">
            <a:extLst>
              <a:ext uri="{FF2B5EF4-FFF2-40B4-BE49-F238E27FC236}">
                <a16:creationId xmlns:a16="http://schemas.microsoft.com/office/drawing/2014/main" id="{6B350B59-A3A8-4AD6-B825-430150444B30}"/>
              </a:ext>
            </a:extLst>
          </p:cNvPr>
          <p:cNvSpPr txBox="1"/>
          <p:nvPr/>
        </p:nvSpPr>
        <p:spPr>
          <a:xfrm>
            <a:off x="8890000" y="4718178"/>
            <a:ext cx="2834640" cy="1077218"/>
          </a:xfrm>
          <a:prstGeom prst="rect">
            <a:avLst/>
          </a:prstGeom>
          <a:noFill/>
        </p:spPr>
        <p:txBody>
          <a:bodyPr wrap="square" rtlCol="0">
            <a:spAutoFit/>
          </a:bodyPr>
          <a:lstStyle/>
          <a:p>
            <a:pPr algn="ctr"/>
            <a:r>
              <a:rPr lang="en-US" altLang="zh-CN" sz="3200">
                <a:latin typeface="+mn-ea"/>
              </a:rPr>
              <a:t>2020.4.24</a:t>
            </a:r>
            <a:endParaRPr lang="en-US" altLang="zh-CN" sz="3200" dirty="0">
              <a:latin typeface="+mn-ea"/>
            </a:endParaRPr>
          </a:p>
          <a:p>
            <a:pPr algn="ctr"/>
            <a:r>
              <a:rPr lang="zh-CN" altLang="en-US" sz="3200" dirty="0">
                <a:latin typeface="+mn-ea"/>
              </a:rPr>
              <a:t>胡敬玉</a:t>
            </a:r>
          </a:p>
        </p:txBody>
      </p:sp>
    </p:spTree>
    <p:extLst>
      <p:ext uri="{BB962C8B-B14F-4D97-AF65-F5344CB8AC3E}">
        <p14:creationId xmlns:p14="http://schemas.microsoft.com/office/powerpoint/2010/main" val="130192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FECA393-8BDB-4612-8456-D3CBAF56DD64}"/>
              </a:ext>
            </a:extLst>
          </p:cNvPr>
          <p:cNvSpPr txBox="1"/>
          <p:nvPr/>
        </p:nvSpPr>
        <p:spPr>
          <a:xfrm>
            <a:off x="1239519" y="195615"/>
            <a:ext cx="4773353" cy="646331"/>
          </a:xfrm>
          <a:prstGeom prst="rect">
            <a:avLst/>
          </a:prstGeom>
          <a:noFill/>
        </p:spPr>
        <p:txBody>
          <a:bodyPr wrap="square" rtlCol="0">
            <a:spAutoFit/>
          </a:bodyPr>
          <a:lstStyle/>
          <a:p>
            <a:r>
              <a:rPr lang="zh-CN" altLang="en-US" sz="3600" dirty="0">
                <a:solidFill>
                  <a:srgbClr val="000099"/>
                </a:solidFill>
              </a:rPr>
              <a:t>审稿意见</a:t>
            </a:r>
          </a:p>
        </p:txBody>
      </p:sp>
      <p:sp>
        <p:nvSpPr>
          <p:cNvPr id="2" name="矩形 1">
            <a:extLst>
              <a:ext uri="{FF2B5EF4-FFF2-40B4-BE49-F238E27FC236}">
                <a16:creationId xmlns:a16="http://schemas.microsoft.com/office/drawing/2014/main" id="{9A400EB2-508F-4A98-AD34-5F8D1257D11F}"/>
              </a:ext>
            </a:extLst>
          </p:cNvPr>
          <p:cNvSpPr/>
          <p:nvPr/>
        </p:nvSpPr>
        <p:spPr>
          <a:xfrm>
            <a:off x="683489" y="1779358"/>
            <a:ext cx="10658765" cy="2677656"/>
          </a:xfrm>
          <a:prstGeom prst="rect">
            <a:avLst/>
          </a:prstGeom>
        </p:spPr>
        <p:txBody>
          <a:bodyPr wrap="square">
            <a:spAutoFit/>
          </a:bodyPr>
          <a:lstStyle/>
          <a:p>
            <a:pPr lvl="0" algn="just">
              <a:spcAft>
                <a:spcPts val="0"/>
              </a:spcAft>
              <a:buSzPts val="1400"/>
            </a:pPr>
            <a:r>
              <a:rPr lang="en-US" altLang="zh-CN" sz="2800" kern="10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The authors arbitrarily selected the values of the hyperparameters of their network – what is the impact of the 3D patch size on the abilities of the model? </a:t>
            </a:r>
            <a:r>
              <a:rPr lang="en-US" altLang="zh-CN" sz="2800" kern="100" dirty="0">
                <a:solidFill>
                  <a:srgbClr val="31353B"/>
                </a:solidFill>
                <a:latin typeface="Times New Roman" panose="02020603050405020304" pitchFamily="18" charset="0"/>
                <a:ea typeface="等线" panose="02010600030101010101" pitchFamily="2" charset="-122"/>
                <a:cs typeface="Times New Roman" panose="02020603050405020304" pitchFamily="18" charset="0"/>
              </a:rPr>
              <a:t>What is the impact of the training set size on the generalization performance of the network? What is the impact of the batch size on the training process? (The current batch size is fairly small). Such questions remain open and should be investigated in a detailed sensitivity analysis.</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95342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FECA393-8BDB-4612-8456-D3CBAF56DD64}"/>
              </a:ext>
            </a:extLst>
          </p:cNvPr>
          <p:cNvSpPr txBox="1"/>
          <p:nvPr/>
        </p:nvSpPr>
        <p:spPr>
          <a:xfrm>
            <a:off x="1239519" y="195615"/>
            <a:ext cx="4773353" cy="646331"/>
          </a:xfrm>
          <a:prstGeom prst="rect">
            <a:avLst/>
          </a:prstGeom>
          <a:noFill/>
        </p:spPr>
        <p:txBody>
          <a:bodyPr wrap="square" rtlCol="0">
            <a:spAutoFit/>
          </a:bodyPr>
          <a:lstStyle/>
          <a:p>
            <a:r>
              <a:rPr lang="zh-CN" altLang="en-US" sz="3600" dirty="0">
                <a:solidFill>
                  <a:srgbClr val="000099"/>
                </a:solidFill>
              </a:rPr>
              <a:t>实验</a:t>
            </a:r>
          </a:p>
        </p:txBody>
      </p:sp>
      <p:graphicFrame>
        <p:nvGraphicFramePr>
          <p:cNvPr id="10" name="表格 9">
            <a:extLst>
              <a:ext uri="{FF2B5EF4-FFF2-40B4-BE49-F238E27FC236}">
                <a16:creationId xmlns:a16="http://schemas.microsoft.com/office/drawing/2014/main" id="{9F4B9664-AB7C-4A9B-A2C8-3C4BAB8C6732}"/>
              </a:ext>
            </a:extLst>
          </p:cNvPr>
          <p:cNvGraphicFramePr>
            <a:graphicFrameLocks noGrp="1"/>
          </p:cNvGraphicFramePr>
          <p:nvPr>
            <p:extLst>
              <p:ext uri="{D42A27DB-BD31-4B8C-83A1-F6EECF244321}">
                <p14:modId xmlns:p14="http://schemas.microsoft.com/office/powerpoint/2010/main" val="258542238"/>
              </p:ext>
            </p:extLst>
          </p:nvPr>
        </p:nvGraphicFramePr>
        <p:xfrm>
          <a:off x="791318" y="1286051"/>
          <a:ext cx="10092127" cy="3805608"/>
        </p:xfrm>
        <a:graphic>
          <a:graphicData uri="http://schemas.openxmlformats.org/drawingml/2006/table">
            <a:tbl>
              <a:tblPr firstRow="1" firstCol="1" bandRow="1">
                <a:tableStyleId>{5C22544A-7EE6-4342-B048-85BDC9FD1C3A}</a:tableStyleId>
              </a:tblPr>
              <a:tblGrid>
                <a:gridCol w="3706791">
                  <a:extLst>
                    <a:ext uri="{9D8B030D-6E8A-4147-A177-3AD203B41FA5}">
                      <a16:colId xmlns:a16="http://schemas.microsoft.com/office/drawing/2014/main" val="2988871513"/>
                    </a:ext>
                  </a:extLst>
                </a:gridCol>
                <a:gridCol w="1999435">
                  <a:extLst>
                    <a:ext uri="{9D8B030D-6E8A-4147-A177-3AD203B41FA5}">
                      <a16:colId xmlns:a16="http://schemas.microsoft.com/office/drawing/2014/main" val="937015034"/>
                    </a:ext>
                  </a:extLst>
                </a:gridCol>
                <a:gridCol w="2715491">
                  <a:extLst>
                    <a:ext uri="{9D8B030D-6E8A-4147-A177-3AD203B41FA5}">
                      <a16:colId xmlns:a16="http://schemas.microsoft.com/office/drawing/2014/main" val="3900945696"/>
                    </a:ext>
                  </a:extLst>
                </a:gridCol>
                <a:gridCol w="1670410">
                  <a:extLst>
                    <a:ext uri="{9D8B030D-6E8A-4147-A177-3AD203B41FA5}">
                      <a16:colId xmlns:a16="http://schemas.microsoft.com/office/drawing/2014/main" val="3026861388"/>
                    </a:ext>
                  </a:extLst>
                </a:gridCol>
              </a:tblGrid>
              <a:tr h="492028">
                <a:tc rowSpan="2">
                  <a:txBody>
                    <a:bodyPr/>
                    <a:lstStyle/>
                    <a:p>
                      <a:pPr indent="129540" algn="ctr">
                        <a:spcAft>
                          <a:spcPts val="0"/>
                        </a:spcAft>
                        <a:tabLst>
                          <a:tab pos="1524000" algn="ctr"/>
                          <a:tab pos="3078480" algn="r"/>
                        </a:tabLst>
                      </a:pPr>
                      <a:r>
                        <a:rPr lang="en-US" sz="2800" dirty="0">
                          <a:effectLst/>
                        </a:rPr>
                        <a:t>Patch Size</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gridSpan="3">
                  <a:txBody>
                    <a:bodyPr/>
                    <a:lstStyle/>
                    <a:p>
                      <a:pPr algn="ctr">
                        <a:spcAft>
                          <a:spcPts val="0"/>
                        </a:spcAft>
                        <a:tabLst>
                          <a:tab pos="1524000" algn="ctr"/>
                          <a:tab pos="3078480" algn="r"/>
                        </a:tabLst>
                      </a:pPr>
                      <a:r>
                        <a:rPr lang="en-US" sz="2800" dirty="0">
                          <a:effectLst/>
                        </a:rPr>
                        <a:t>Dice Coefficient</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66844228"/>
                  </a:ext>
                </a:extLst>
              </a:tr>
              <a:tr h="492028">
                <a:tc vMerge="1">
                  <a:txBody>
                    <a:bodyPr/>
                    <a:lstStyle/>
                    <a:p>
                      <a:endParaRPr lang="zh-CN" altLang="en-US"/>
                    </a:p>
                  </a:txBody>
                  <a:tcPr/>
                </a:tc>
                <a:tc>
                  <a:txBody>
                    <a:bodyPr/>
                    <a:lstStyle/>
                    <a:p>
                      <a:pPr indent="129540" algn="ctr">
                        <a:spcAft>
                          <a:spcPts val="0"/>
                        </a:spcAft>
                        <a:tabLst>
                          <a:tab pos="1524000" algn="ctr"/>
                          <a:tab pos="3078480" algn="r"/>
                        </a:tabLst>
                      </a:pPr>
                      <a:r>
                        <a:rPr lang="en-US" sz="2800" dirty="0">
                          <a:effectLst/>
                        </a:rPr>
                        <a:t>Complete</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en-US" sz="2800" dirty="0">
                          <a:effectLst/>
                        </a:rPr>
                        <a:t>Core</a:t>
                      </a:r>
                      <a:endParaRPr lang="zh-CN" altLang="en-US" sz="6600" dirty="0"/>
                    </a:p>
                  </a:txBody>
                  <a:tcPr marL="68580" marR="68580" marT="0" marB="0" anchor="ctr"/>
                </a:tc>
                <a:tc>
                  <a:txBody>
                    <a:bodyPr/>
                    <a:lstStyle/>
                    <a:p>
                      <a:pPr algn="ctr"/>
                      <a:r>
                        <a:rPr lang="en-US" sz="2800" dirty="0">
                          <a:effectLst/>
                        </a:rPr>
                        <a:t>Enhancing</a:t>
                      </a:r>
                      <a:endParaRPr lang="zh-CN" altLang="en-US" sz="6600" dirty="0"/>
                    </a:p>
                  </a:txBody>
                  <a:tcPr marL="68580" marR="68580" marT="0" marB="0" anchor="ctr"/>
                </a:tc>
                <a:extLst>
                  <a:ext uri="{0D108BD9-81ED-4DB2-BD59-A6C34878D82A}">
                    <a16:rowId xmlns:a16="http://schemas.microsoft.com/office/drawing/2014/main" val="544807576"/>
                  </a:ext>
                </a:extLst>
              </a:tr>
              <a:tr h="492028">
                <a:tc>
                  <a:txBody>
                    <a:bodyPr/>
                    <a:lstStyle/>
                    <a:p>
                      <a:pPr algn="ctr">
                        <a:spcAft>
                          <a:spcPts val="0"/>
                        </a:spcAft>
                        <a:tabLst>
                          <a:tab pos="1524000" algn="ctr"/>
                          <a:tab pos="3078480" algn="r"/>
                        </a:tabLst>
                      </a:pPr>
                      <a:r>
                        <a:rPr lang="en-US" altLang="zh-CN" sz="2800" dirty="0">
                          <a:effectLst/>
                          <a:latin typeface="Times New Roman" panose="02020603050405020304" pitchFamily="18" charset="0"/>
                          <a:ea typeface="宋体" panose="02010600030101010101" pitchFamily="2" charset="-122"/>
                        </a:rPr>
                        <a:t>28x28x28</a:t>
                      </a:r>
                      <a:endParaRPr lang="en-US" sz="28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0.7891</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a:effectLst/>
                        </a:rPr>
                        <a:t>0.7784</a:t>
                      </a:r>
                      <a:endParaRPr lang="zh-CN" sz="36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a:effectLst/>
                        </a:rPr>
                        <a:t>0.7784</a:t>
                      </a:r>
                      <a:endParaRPr lang="zh-CN" sz="36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32793577"/>
                  </a:ext>
                </a:extLst>
              </a:tr>
              <a:tr h="492028">
                <a:tc>
                  <a:txBody>
                    <a:bodyPr/>
                    <a:lstStyle/>
                    <a:p>
                      <a:pPr algn="ctr">
                        <a:spcAft>
                          <a:spcPts val="0"/>
                        </a:spcAft>
                        <a:tabLst>
                          <a:tab pos="1524000" algn="ctr"/>
                          <a:tab pos="3078480" algn="r"/>
                        </a:tabLst>
                      </a:pPr>
                      <a:r>
                        <a:rPr lang="en-US" sz="2800" dirty="0">
                          <a:effectLst/>
                          <a:latin typeface="Times New Roman" panose="02020603050405020304" pitchFamily="18" charset="0"/>
                          <a:ea typeface="宋体" panose="02010600030101010101" pitchFamily="2" charset="-122"/>
                        </a:rPr>
                        <a:t>33x33x33</a:t>
                      </a:r>
                    </a:p>
                  </a:txBody>
                  <a:tcPr marL="68580" marR="68580" marT="0" marB="0" anchor="ctr"/>
                </a:tc>
                <a:tc>
                  <a:txBody>
                    <a:bodyPr/>
                    <a:lstStyle/>
                    <a:p>
                      <a:pPr indent="129540" algn="ctr">
                        <a:spcAft>
                          <a:spcPts val="0"/>
                        </a:spcAft>
                        <a:tabLst>
                          <a:tab pos="1524000" algn="ctr"/>
                          <a:tab pos="3078480" algn="r"/>
                        </a:tabLst>
                      </a:pPr>
                      <a:r>
                        <a:rPr lang="en-US" sz="2800" dirty="0">
                          <a:effectLst/>
                        </a:rPr>
                        <a:t>0.8341</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0.7985</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a:effectLst/>
                        </a:rPr>
                        <a:t>0.7859</a:t>
                      </a:r>
                      <a:endParaRPr lang="zh-CN" sz="36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699857833"/>
                  </a:ext>
                </a:extLst>
              </a:tr>
              <a:tr h="492028">
                <a:tc>
                  <a:txBody>
                    <a:bodyPr/>
                    <a:lstStyle/>
                    <a:p>
                      <a:pPr algn="ctr">
                        <a:spcAft>
                          <a:spcPts val="0"/>
                        </a:spcAft>
                        <a:tabLst>
                          <a:tab pos="1524000" algn="ctr"/>
                          <a:tab pos="3078480" algn="r"/>
                        </a:tabLst>
                      </a:pPr>
                      <a:r>
                        <a:rPr lang="en-US" sz="2800" b="1" dirty="0">
                          <a:solidFill>
                            <a:srgbClr val="FF0000"/>
                          </a:solidFill>
                          <a:effectLst/>
                          <a:latin typeface="Times New Roman" panose="02020603050405020304" pitchFamily="18" charset="0"/>
                          <a:ea typeface="宋体" panose="02010600030101010101" pitchFamily="2" charset="-122"/>
                        </a:rPr>
                        <a:t>38x38x38</a:t>
                      </a:r>
                    </a:p>
                  </a:txBody>
                  <a:tcPr marL="68580" marR="68580" marT="0" marB="0" anchor="ctr"/>
                </a:tc>
                <a:tc>
                  <a:txBody>
                    <a:bodyPr/>
                    <a:lstStyle/>
                    <a:p>
                      <a:pPr indent="129540" algn="ctr">
                        <a:spcAft>
                          <a:spcPts val="0"/>
                        </a:spcAft>
                        <a:tabLst>
                          <a:tab pos="1524000" algn="ctr"/>
                          <a:tab pos="3078480" algn="r"/>
                        </a:tabLst>
                      </a:pPr>
                      <a:r>
                        <a:rPr lang="en-US" sz="2800" b="1" dirty="0">
                          <a:solidFill>
                            <a:srgbClr val="FF0000"/>
                          </a:solidFill>
                          <a:effectLst/>
                        </a:rPr>
                        <a:t>0.8945</a:t>
                      </a:r>
                      <a:endParaRPr lang="zh-CN" sz="3600" b="1"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b="1" dirty="0">
                          <a:solidFill>
                            <a:srgbClr val="FF0000"/>
                          </a:solidFill>
                          <a:effectLst/>
                        </a:rPr>
                        <a:t>0.8483</a:t>
                      </a:r>
                      <a:endParaRPr lang="zh-CN" sz="3600" b="1"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b="1" dirty="0">
                          <a:solidFill>
                            <a:srgbClr val="FF0000"/>
                          </a:solidFill>
                          <a:effectLst/>
                        </a:rPr>
                        <a:t>0.8303</a:t>
                      </a:r>
                      <a:endParaRPr lang="zh-CN" sz="3600" b="1" dirty="0">
                        <a:solidFill>
                          <a:srgbClr val="FF0000"/>
                        </a:solidFill>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333243465"/>
                  </a:ext>
                </a:extLst>
              </a:tr>
              <a:tr h="492028">
                <a:tc>
                  <a:txBody>
                    <a:bodyPr/>
                    <a:lstStyle/>
                    <a:p>
                      <a:pPr algn="ctr">
                        <a:spcAft>
                          <a:spcPts val="0"/>
                        </a:spcAft>
                        <a:tabLst>
                          <a:tab pos="1524000" algn="ctr"/>
                          <a:tab pos="3078480" algn="r"/>
                        </a:tabLst>
                      </a:pPr>
                      <a:r>
                        <a:rPr lang="en-US" sz="2800" dirty="0">
                          <a:effectLst/>
                          <a:latin typeface="Times New Roman" panose="02020603050405020304" pitchFamily="18" charset="0"/>
                          <a:ea typeface="宋体" panose="02010600030101010101" pitchFamily="2" charset="-122"/>
                        </a:rPr>
                        <a:t>43x43x43</a:t>
                      </a:r>
                    </a:p>
                  </a:txBody>
                  <a:tcPr marL="68580" marR="68580" marT="0" marB="0" anchor="ctr"/>
                </a:tc>
                <a:tc>
                  <a:txBody>
                    <a:bodyPr/>
                    <a:lstStyle/>
                    <a:p>
                      <a:pPr indent="129540" algn="ctr">
                        <a:spcAft>
                          <a:spcPts val="0"/>
                        </a:spcAft>
                        <a:tabLst>
                          <a:tab pos="1524000" algn="ctr"/>
                          <a:tab pos="3078480" algn="r"/>
                        </a:tabLst>
                      </a:pPr>
                      <a:r>
                        <a:rPr lang="en-US" sz="2800">
                          <a:effectLst/>
                        </a:rPr>
                        <a:t>0.8549</a:t>
                      </a:r>
                      <a:endParaRPr lang="zh-CN" sz="36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0.8463</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0.8125</a:t>
                      </a:r>
                      <a:endParaRPr lang="zh-CN" sz="36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886018982"/>
                  </a:ext>
                </a:extLst>
              </a:tr>
              <a:tr h="492028">
                <a:tc>
                  <a:txBody>
                    <a:bodyPr/>
                    <a:lstStyle/>
                    <a:p>
                      <a:pPr algn="ctr">
                        <a:spcAft>
                          <a:spcPts val="0"/>
                        </a:spcAft>
                        <a:tabLst>
                          <a:tab pos="1524000" algn="ctr"/>
                          <a:tab pos="3078480" algn="r"/>
                        </a:tabLst>
                      </a:pPr>
                      <a:r>
                        <a:rPr lang="en-US" sz="2800" dirty="0">
                          <a:effectLst/>
                          <a:latin typeface="Times New Roman" panose="02020603050405020304" pitchFamily="18" charset="0"/>
                          <a:ea typeface="宋体" panose="02010600030101010101" pitchFamily="2" charset="-122"/>
                        </a:rPr>
                        <a:t>48x48x48</a:t>
                      </a:r>
                    </a:p>
                  </a:txBody>
                  <a:tcPr marL="68580" marR="68580" marT="0" marB="0" anchor="ctr"/>
                </a:tc>
                <a:tc>
                  <a:txBody>
                    <a:bodyPr/>
                    <a:lstStyle/>
                    <a:p>
                      <a:pPr indent="129540" algn="ctr">
                        <a:spcAft>
                          <a:spcPts val="0"/>
                        </a:spcAft>
                        <a:tabLst>
                          <a:tab pos="1524000" algn="ctr"/>
                          <a:tab pos="3078480" algn="r"/>
                        </a:tabLst>
                      </a:pPr>
                      <a:r>
                        <a:rPr lang="en-US" sz="2800">
                          <a:effectLst/>
                        </a:rPr>
                        <a:t>0.8353</a:t>
                      </a:r>
                      <a:endParaRPr lang="zh-CN" sz="36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0.8234</a:t>
                      </a:r>
                      <a:endParaRPr lang="zh-CN" sz="36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129540" algn="ctr">
                        <a:spcAft>
                          <a:spcPts val="0"/>
                        </a:spcAft>
                        <a:tabLst>
                          <a:tab pos="1524000" algn="ctr"/>
                          <a:tab pos="3078480" algn="r"/>
                        </a:tabLst>
                      </a:pPr>
                      <a:r>
                        <a:rPr lang="en-US" sz="2800" dirty="0">
                          <a:effectLst/>
                        </a:rPr>
                        <a:t>0.7804</a:t>
                      </a:r>
                      <a:endParaRPr lang="zh-CN" sz="36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321169340"/>
                  </a:ext>
                </a:extLst>
              </a:tr>
            </a:tbl>
          </a:graphicData>
        </a:graphic>
      </p:graphicFrame>
      <p:sp>
        <p:nvSpPr>
          <p:cNvPr id="16" name="文本框 15">
            <a:extLst>
              <a:ext uri="{FF2B5EF4-FFF2-40B4-BE49-F238E27FC236}">
                <a16:creationId xmlns:a16="http://schemas.microsoft.com/office/drawing/2014/main" id="{AA8A1704-2310-4638-96F5-84588A81C234}"/>
              </a:ext>
            </a:extLst>
          </p:cNvPr>
          <p:cNvSpPr txBox="1"/>
          <p:nvPr/>
        </p:nvSpPr>
        <p:spPr>
          <a:xfrm>
            <a:off x="3195782" y="5292436"/>
            <a:ext cx="5800436" cy="954107"/>
          </a:xfrm>
          <a:prstGeom prst="rect">
            <a:avLst/>
          </a:prstGeom>
          <a:noFill/>
        </p:spPr>
        <p:txBody>
          <a:bodyPr wrap="square" rtlCol="0">
            <a:spAutoFit/>
          </a:bodyPr>
          <a:lstStyle/>
          <a:p>
            <a:pPr marL="285750" indent="-285750">
              <a:buFont typeface="Wingdings" panose="05000000000000000000" pitchFamily="2" charset="2"/>
              <a:buChar char="l"/>
            </a:pPr>
            <a:r>
              <a:rPr lang="zh-CN" altLang="en-US" sz="2800" dirty="0"/>
              <a:t>控制上下文语意信息的获取</a:t>
            </a:r>
            <a:endParaRPr lang="en-US" altLang="zh-CN" sz="2800" dirty="0"/>
          </a:p>
          <a:p>
            <a:pPr marL="285750" indent="-285750">
              <a:buFont typeface="Wingdings" panose="05000000000000000000" pitchFamily="2" charset="2"/>
              <a:buChar char="l"/>
            </a:pPr>
            <a:r>
              <a:rPr lang="zh-CN" altLang="en-US" sz="2800" dirty="0"/>
              <a:t>控制训练样本的多样性</a:t>
            </a:r>
          </a:p>
        </p:txBody>
      </p:sp>
    </p:spTree>
    <p:extLst>
      <p:ext uri="{BB962C8B-B14F-4D97-AF65-F5344CB8AC3E}">
        <p14:creationId xmlns:p14="http://schemas.microsoft.com/office/powerpoint/2010/main" val="598153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84109" y="2570521"/>
            <a:ext cx="3801362" cy="923330"/>
          </a:xfrm>
          <a:prstGeom prst="rect">
            <a:avLst/>
          </a:prstGeom>
          <a:noFill/>
        </p:spPr>
        <p:txBody>
          <a:bodyPr wrap="none" lIns="91440" tIns="45720" rIns="91440" bIns="45720">
            <a:spAutoFit/>
          </a:bodyPr>
          <a:lstStyle/>
          <a:p>
            <a:pPr algn="ctr"/>
            <a:r>
              <a:rPr lang="en-US" altLang="zh-CN" sz="5400" b="1" cap="none" spc="0" dirty="0">
                <a:ln w="12700">
                  <a:solidFill>
                    <a:schemeClr val="accent1"/>
                  </a:solidFill>
                  <a:prstDash val="solid"/>
                </a:ln>
                <a:solidFill>
                  <a:srgbClr val="92D050"/>
                </a:solidFill>
                <a:effectLst>
                  <a:outerShdw dist="38100" dir="2640000" algn="bl" rotWithShape="0">
                    <a:schemeClr val="accent1"/>
                  </a:outerShdw>
                </a:effectLst>
              </a:rPr>
              <a:t>Thank You!</a:t>
            </a:r>
            <a:endParaRPr lang="zh-CN" altLang="en-US" sz="5400" b="1" cap="none" spc="0" dirty="0">
              <a:ln w="12700">
                <a:solidFill>
                  <a:schemeClr val="accent1"/>
                </a:solidFill>
                <a:prstDash val="solid"/>
              </a:ln>
              <a:solidFill>
                <a:srgbClr val="92D050"/>
              </a:solidFill>
              <a:effectLst>
                <a:outerShdw dist="38100" dir="2640000" algn="bl" rotWithShape="0">
                  <a:schemeClr val="accent1"/>
                </a:outerShdw>
              </a:effectLst>
            </a:endParaRPr>
          </a:p>
        </p:txBody>
      </p:sp>
    </p:spTree>
    <p:extLst>
      <p:ext uri="{BB962C8B-B14F-4D97-AF65-F5344CB8AC3E}">
        <p14:creationId xmlns:p14="http://schemas.microsoft.com/office/powerpoint/2010/main" val="222728209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20569</TotalTime>
  <Words>131</Words>
  <Application>Microsoft Office PowerPoint</Application>
  <PresentationFormat>宽屏</PresentationFormat>
  <Paragraphs>34</Paragraphs>
  <Slides>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vt:i4>
      </vt:variant>
    </vt:vector>
  </HeadingPairs>
  <TitlesOfParts>
    <vt:vector size="13" baseType="lpstr">
      <vt:lpstr>等线</vt:lpstr>
      <vt:lpstr>宋体</vt:lpstr>
      <vt:lpstr>微软雅黑</vt:lpstr>
      <vt:lpstr>Arial</vt:lpstr>
      <vt:lpstr>Rockwell</vt:lpstr>
      <vt:lpstr>Segoe UI</vt:lpstr>
      <vt:lpstr>Times New Roman</vt:lpstr>
      <vt:lpstr>Wingdings</vt:lpstr>
      <vt:lpstr>Office 主题</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OfficePLUS</dc:creator>
  <cp:keywords/>
  <dc:description/>
  <cp:lastModifiedBy>Jingyu Hu</cp:lastModifiedBy>
  <cp:revision>1234</cp:revision>
  <dcterms:created xsi:type="dcterms:W3CDTF">2015-08-18T02:51:41Z</dcterms:created>
  <dcterms:modified xsi:type="dcterms:W3CDTF">2020-04-24T05:53:10Z</dcterms:modified>
  <cp:category/>
</cp:coreProperties>
</file>