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9"/>
  </p:notesMasterIdLst>
  <p:sldIdLst>
    <p:sldId id="273" r:id="rId2"/>
    <p:sldId id="274" r:id="rId3"/>
    <p:sldId id="309" r:id="rId4"/>
    <p:sldId id="311" r:id="rId5"/>
    <p:sldId id="312" r:id="rId6"/>
    <p:sldId id="315" r:id="rId7"/>
    <p:sldId id="308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7055" autoAdjust="0"/>
  </p:normalViewPr>
  <p:slideViewPr>
    <p:cSldViewPr>
      <p:cViewPr varScale="1">
        <p:scale>
          <a:sx n="84" d="100"/>
          <a:sy n="84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E7FD1-329C-442A-865F-606706CC9DFF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01851-CD6B-47E8-9DA1-B8AF7902D4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38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2020/4/22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2.png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文献汇报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7448872" cy="1752600"/>
          </a:xfrm>
        </p:spPr>
        <p:txBody>
          <a:bodyPr>
            <a:normAutofit/>
          </a:bodyPr>
          <a:lstStyle/>
          <a:p>
            <a:r>
              <a:rPr lang="zh-CN" altLang="en-US" sz="2400" dirty="0" smtClean="0"/>
              <a:t>                                                      </a:t>
            </a:r>
            <a:endParaRPr lang="en-US" altLang="zh-CN" sz="2400" dirty="0" smtClean="0"/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</a:t>
            </a:r>
            <a:r>
              <a:rPr lang="zh-CN" altLang="en-US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高铭阳</a:t>
            </a:r>
            <a:endParaRPr lang="en-US" altLang="zh-CN" sz="2400" dirty="0" smtClean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r>
              <a:rPr lang="en-US" altLang="zh-CN" sz="2400" dirty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                                                      </a:t>
            </a:r>
            <a:r>
              <a:rPr lang="en-US" altLang="zh-CN" sz="2400" dirty="0" smtClean="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2020.04.23</a:t>
            </a:r>
            <a:endParaRPr lang="zh-CN" altLang="en-US" sz="2400" dirty="0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023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39635"/>
            <a:ext cx="5806259" cy="1815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431" y="2708920"/>
            <a:ext cx="6448772" cy="358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15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/>
              <a:t>Method</a:t>
            </a:r>
            <a:endParaRPr lang="zh-CN" altLang="en-US" sz="2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62011" y="692696"/>
            <a:ext cx="85584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与</a:t>
            </a:r>
            <a:r>
              <a:rPr lang="en-US" altLang="zh-CN" dirty="0"/>
              <a:t>FGFA</a:t>
            </a:r>
            <a:r>
              <a:rPr lang="zh-CN" altLang="en-US" dirty="0"/>
              <a:t>十分相似，思想都是单帧不够，多帧来凑，利用相邻帧的特征来对当前帧进行增强，以此来达到更好的检测效果。不同点在于</a:t>
            </a:r>
            <a:r>
              <a:rPr lang="en-US" altLang="zh-CN" dirty="0"/>
              <a:t>FGFA</a:t>
            </a:r>
            <a:r>
              <a:rPr lang="zh-CN" altLang="en-US" dirty="0"/>
              <a:t>是利用光流来对两张图片的特征进行对齐</a:t>
            </a:r>
            <a:r>
              <a:rPr lang="zh-CN" altLang="en-US" dirty="0" smtClean="0"/>
              <a:t>，这</a:t>
            </a:r>
            <a:r>
              <a:rPr lang="zh-CN" altLang="en-US" dirty="0"/>
              <a:t>篇文章采用的是可变形卷积来做特征对齐。</a:t>
            </a:r>
          </a:p>
          <a:p>
            <a:r>
              <a:rPr lang="zh-CN" altLang="en-US" dirty="0"/>
              <a:t>　　将</a:t>
            </a:r>
            <a:r>
              <a:rPr lang="zh-CN" altLang="en-US" dirty="0" smtClean="0"/>
              <a:t>可</a:t>
            </a:r>
            <a:r>
              <a:rPr lang="zh-CN" altLang="en-US" dirty="0"/>
              <a:t>变形</a:t>
            </a:r>
            <a:r>
              <a:rPr lang="zh-CN" altLang="en-US" dirty="0" smtClean="0"/>
              <a:t>卷积的卷积</a:t>
            </a:r>
            <a:r>
              <a:rPr lang="zh-CN" altLang="en-US" dirty="0"/>
              <a:t>结果作为对齐后的特征，之后按照</a:t>
            </a:r>
            <a:r>
              <a:rPr lang="en-US" altLang="zh-CN" dirty="0"/>
              <a:t>FGFA</a:t>
            </a:r>
            <a:r>
              <a:rPr lang="zh-CN" altLang="en-US" dirty="0"/>
              <a:t>一样的方式进行加权求和，得到增强后的特征。同</a:t>
            </a:r>
            <a:r>
              <a:rPr lang="en-US" altLang="zh-CN" dirty="0"/>
              <a:t>FGFA</a:t>
            </a:r>
            <a:r>
              <a:rPr lang="zh-CN" altLang="en-US" dirty="0"/>
              <a:t>相比，这篇文章利用可变形卷积的</a:t>
            </a:r>
            <a:r>
              <a:rPr lang="zh-CN" altLang="en-US" dirty="0" smtClean="0"/>
              <a:t>方法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4125965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16" name="Picture 4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708920"/>
            <a:ext cx="8389824" cy="3020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29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Deformable Convolution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443427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164" name="Picture 2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3" y="3192425"/>
            <a:ext cx="5859561" cy="3347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5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674" y="1196752"/>
            <a:ext cx="418147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66" name="Picture 2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362832"/>
            <a:ext cx="4581525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95536" y="908720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普通卷积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95536" y="1981673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可变性</a:t>
            </a:r>
            <a:r>
              <a:rPr lang="zh-CN" altLang="en-US" dirty="0" smtClean="0"/>
              <a:t>卷积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716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细节</a:t>
            </a:r>
            <a:r>
              <a:rPr lang="en-US" altLang="zh-CN" sz="2000" dirty="0" smtClean="0"/>
              <a:t> 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18758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8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39552" y="620688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特征提取网络使用基于可变性卷积的</a:t>
            </a:r>
            <a:r>
              <a:rPr lang="en-US" altLang="zh-CN" dirty="0" err="1" smtClean="0"/>
              <a:t>ResNet</a:t>
            </a:r>
            <a:r>
              <a:rPr lang="zh-CN" altLang="en-US" dirty="0" smtClean="0"/>
              <a:t>网络，时空特征采样使用四个可变性卷积，下图中只画出了两个。后续检测网络使用</a:t>
            </a:r>
            <a:r>
              <a:rPr lang="en-US" altLang="zh-CN" dirty="0" smtClean="0"/>
              <a:t>R-FCN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606" y="1916832"/>
            <a:ext cx="6448772" cy="3585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965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95536" y="132601"/>
            <a:ext cx="684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特征聚合</a:t>
            </a:r>
            <a:r>
              <a:rPr lang="en-US" altLang="zh-CN" sz="2000" dirty="0" smtClean="0"/>
              <a:t> </a:t>
            </a:r>
            <a:endParaRPr lang="zh-CN" altLang="en-US" sz="20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6534410"/>
              </p:ext>
            </p:extLst>
          </p:nvPr>
        </p:nvGraphicFramePr>
        <p:xfrm>
          <a:off x="5165725" y="2382838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3" imgW="114120" imgH="177480" progId="Equation.DSMT4">
                  <p:embed/>
                </p:oleObj>
              </mc:Choice>
              <mc:Fallback>
                <p:oleObj name="Equation" r:id="rId3" imgW="1141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725" y="2382838"/>
                        <a:ext cx="1143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495958" y="1544018"/>
            <a:ext cx="8280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      从</a:t>
            </a:r>
            <a:r>
              <a:rPr lang="en-US" altLang="zh-CN" dirty="0"/>
              <a:t>Deformable Convolution</a:t>
            </a:r>
            <a:r>
              <a:rPr lang="zh-CN" altLang="en-US" dirty="0"/>
              <a:t>得到的前后相邻帧（共</a:t>
            </a:r>
            <a:r>
              <a:rPr lang="en-US" altLang="zh-CN" dirty="0"/>
              <a:t>2K+1</a:t>
            </a:r>
            <a:r>
              <a:rPr lang="zh-CN" altLang="en-US" dirty="0"/>
              <a:t>个）的采样特征图后，根据</a:t>
            </a:r>
            <a:r>
              <a:rPr lang="en-US" altLang="zh-CN" dirty="0"/>
              <a:t>FGFA</a:t>
            </a:r>
            <a:r>
              <a:rPr lang="zh-CN" altLang="en-US" dirty="0"/>
              <a:t>里面的余弦相似度的方法计算权重值，对这</a:t>
            </a:r>
            <a:r>
              <a:rPr lang="en-US" altLang="zh-CN" dirty="0"/>
              <a:t>2K+1</a:t>
            </a:r>
            <a:r>
              <a:rPr lang="zh-CN" altLang="en-US" dirty="0"/>
              <a:t>个采样特征图加权平均后得到当前帧最终的特征图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780928"/>
            <a:ext cx="4305300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076307"/>
            <a:ext cx="5391150" cy="100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27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330334"/>
            <a:ext cx="25922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Experiments</a:t>
            </a:r>
            <a:r>
              <a:rPr lang="en-US" altLang="zh-CN" sz="2000" dirty="0"/>
              <a:t> </a:t>
            </a:r>
            <a:endParaRPr lang="zh-CN" altLang="en-US" sz="2000" b="1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653136"/>
            <a:ext cx="8229486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96752"/>
            <a:ext cx="7803170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885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3229</TotalTime>
  <Words>172</Words>
  <Application>Microsoft Office PowerPoint</Application>
  <PresentationFormat>全屏显示(4:3)</PresentationFormat>
  <Paragraphs>15</Paragraphs>
  <Slides>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9" baseType="lpstr">
      <vt:lpstr>Office 主题</vt:lpstr>
      <vt:lpstr>Equation</vt:lpstr>
      <vt:lpstr>文献汇报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 Yang</dc:creator>
  <cp:lastModifiedBy>Ming Yang</cp:lastModifiedBy>
  <cp:revision>129</cp:revision>
  <dcterms:created xsi:type="dcterms:W3CDTF">2019-01-07T15:21:41Z</dcterms:created>
  <dcterms:modified xsi:type="dcterms:W3CDTF">2020-04-22T06:11:16Z</dcterms:modified>
</cp:coreProperties>
</file>