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2"/>
  </p:notesMasterIdLst>
  <p:handoutMasterIdLst>
    <p:handoutMasterId r:id="rId13"/>
  </p:handoutMasterIdLst>
  <p:sldIdLst>
    <p:sldId id="303" r:id="rId2"/>
    <p:sldId id="355" r:id="rId3"/>
    <p:sldId id="358" r:id="rId4"/>
    <p:sldId id="362" r:id="rId5"/>
    <p:sldId id="363" r:id="rId6"/>
    <p:sldId id="364" r:id="rId7"/>
    <p:sldId id="366" r:id="rId8"/>
    <p:sldId id="367" r:id="rId9"/>
    <p:sldId id="365" r:id="rId10"/>
    <p:sldId id="353" r:id="rId11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0099"/>
    <a:srgbClr val="6600FF"/>
    <a:srgbClr val="33CC33"/>
    <a:srgbClr val="00CC66"/>
    <a:srgbClr val="009999"/>
    <a:srgbClr val="FF3300"/>
    <a:srgbClr val="FFFFFF"/>
    <a:srgbClr val="FF00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4239" y="717164"/>
            <a:ext cx="108444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/>
              <a:t>C. </a:t>
            </a:r>
            <a:r>
              <a:rPr lang="en-US" altLang="zh-CN" sz="4800" dirty="0" err="1"/>
              <a:t>Corbière</a:t>
            </a:r>
            <a:r>
              <a:rPr lang="en-US" altLang="zh-CN" sz="4800" dirty="0"/>
              <a:t>, N. </a:t>
            </a:r>
            <a:r>
              <a:rPr lang="en-US" altLang="zh-CN" sz="4800" dirty="0" err="1"/>
              <a:t>Thome</a:t>
            </a:r>
            <a:r>
              <a:rPr lang="en-US" altLang="zh-CN" sz="4800" dirty="0"/>
              <a:t>, A. Bar-Hen, M. Cord, and P. Pérez, “</a:t>
            </a:r>
            <a:r>
              <a:rPr lang="en-US" altLang="zh-CN" sz="4800" dirty="0">
                <a:solidFill>
                  <a:srgbClr val="ED7D31"/>
                </a:solidFill>
              </a:rPr>
              <a:t>Addressing Failure Prediction by Learning Model Confidence</a:t>
            </a:r>
            <a:r>
              <a:rPr lang="en-US" altLang="zh-CN" sz="4800" dirty="0"/>
              <a:t>,” in </a:t>
            </a:r>
            <a:r>
              <a:rPr lang="en-US" altLang="zh-CN" sz="4800" dirty="0" err="1"/>
              <a:t>NeurIPS</a:t>
            </a:r>
            <a:r>
              <a:rPr lang="en-US" altLang="zh-CN" sz="4800" dirty="0"/>
              <a:t>, 2019.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9265920" y="5226307"/>
            <a:ext cx="180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2020.5.8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BD701C-8EAD-4DE7-9184-522B7EFF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78" y="2094611"/>
            <a:ext cx="10024946" cy="41275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36CEFE8-8389-4381-AAA4-DB153F84C765}"/>
              </a:ext>
            </a:extLst>
          </p:cNvPr>
          <p:cNvSpPr txBox="1"/>
          <p:nvPr/>
        </p:nvSpPr>
        <p:spPr>
          <a:xfrm>
            <a:off x="1896534" y="1346200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Maximum Class Probability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3B1E0A-9CEB-428E-A906-C1BF703C426C}"/>
              </a:ext>
            </a:extLst>
          </p:cNvPr>
          <p:cNvSpPr txBox="1"/>
          <p:nvPr/>
        </p:nvSpPr>
        <p:spPr>
          <a:xfrm>
            <a:off x="6434666" y="1346200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True Class </a:t>
            </a:r>
            <a:r>
              <a:rPr lang="en-US" altLang="zh-CN" dirty="0" err="1"/>
              <a:t>Probabiliy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F7E138-B15F-4C9F-9BDE-C4C33DC35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69" y="2053734"/>
            <a:ext cx="11997797" cy="42849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5E5C30F-E51F-4F7C-9EAC-1DC8101E4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37" y="1150804"/>
            <a:ext cx="11549063" cy="16685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DD72AB-4A81-41E7-9EF7-A129FB6D4038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140915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CB737E-CB6C-4148-99FE-F95FC2CF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7" y="1241660"/>
            <a:ext cx="11485183" cy="34980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C3D78E-3922-4185-A92A-EF5DEEC0F21E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77339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9B3F2D6-D61F-493E-9AEC-50B3133D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" y="-86628"/>
            <a:ext cx="12033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5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A3C46C-884B-4949-8449-2BFFCF93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87" y="5038292"/>
            <a:ext cx="7742845" cy="14779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2D03037-6740-4C03-8A05-2322022EE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54" y="2373747"/>
            <a:ext cx="10726431" cy="27662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DDEFCE3-C2E0-422C-B850-E4DC248D9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94" y="1340843"/>
            <a:ext cx="11139991" cy="14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6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B888D48-6370-4FCC-A523-8583F11A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68" y="122295"/>
            <a:ext cx="8606339" cy="661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9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7223FFC-F10B-4E56-8C91-AFE6E3FF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81" y="925552"/>
            <a:ext cx="11021838" cy="47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0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1F7003-9998-410A-9248-1F1FC14C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95" y="1783431"/>
            <a:ext cx="10689716" cy="329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0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19779</TotalTime>
  <Words>51</Words>
  <Application>Microsoft Office PowerPoint</Application>
  <PresentationFormat>宽屏</PresentationFormat>
  <Paragraphs>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微软雅黑</vt:lpstr>
      <vt:lpstr>Arial</vt:lpstr>
      <vt:lpstr>Segoe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1182</cp:revision>
  <dcterms:created xsi:type="dcterms:W3CDTF">2015-08-18T02:51:41Z</dcterms:created>
  <dcterms:modified xsi:type="dcterms:W3CDTF">2020-05-08T00:54:50Z</dcterms:modified>
  <cp:category/>
</cp:coreProperties>
</file>