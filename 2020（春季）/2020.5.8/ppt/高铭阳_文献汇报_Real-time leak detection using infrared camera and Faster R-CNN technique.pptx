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sldIdLst>
    <p:sldId id="273" r:id="rId2"/>
    <p:sldId id="274" r:id="rId3"/>
    <p:sldId id="311" r:id="rId4"/>
    <p:sldId id="320" r:id="rId5"/>
    <p:sldId id="321" r:id="rId6"/>
    <p:sldId id="322" r:id="rId7"/>
    <p:sldId id="324" r:id="rId8"/>
    <p:sldId id="323" r:id="rId9"/>
    <p:sldId id="31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2020.05.08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06" y="1772816"/>
            <a:ext cx="7124700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99592" y="5733256"/>
            <a:ext cx="4610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Publish</a:t>
            </a:r>
            <a:r>
              <a:rPr lang="zh-CN" altLang="en-US" dirty="0" smtClean="0"/>
              <a:t>：</a:t>
            </a:r>
            <a:r>
              <a:rPr lang="en-US" altLang="zh-CN" dirty="0" smtClean="0"/>
              <a:t>Computers </a:t>
            </a:r>
            <a:r>
              <a:rPr lang="en-US" altLang="zh-CN" dirty="0"/>
              <a:t>and Chemical Engineering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325" y="836712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 smtClean="0"/>
              <a:t>        工业火灾爆炸事故通常都是由泄漏事故</a:t>
            </a:r>
            <a:r>
              <a:rPr lang="zh-CN" altLang="en-US" dirty="0"/>
              <a:t>所</a:t>
            </a:r>
            <a:r>
              <a:rPr lang="zh-CN" altLang="en-US" dirty="0" smtClean="0"/>
              <a:t>导致的。</a:t>
            </a:r>
            <a:r>
              <a:rPr lang="zh-CN" altLang="en-US" dirty="0"/>
              <a:t>早期发现油气泄漏是预防火灾爆炸事故发生的关键。泄漏检测通常有两个任务，识别泄漏</a:t>
            </a:r>
            <a:r>
              <a:rPr lang="en-US" altLang="zh-CN" dirty="0"/>
              <a:t>(</a:t>
            </a:r>
            <a:r>
              <a:rPr lang="zh-CN" altLang="en-US" dirty="0"/>
              <a:t>通常称为分类任务</a:t>
            </a:r>
            <a:r>
              <a:rPr lang="en-US" altLang="zh-CN" dirty="0"/>
              <a:t>)</a:t>
            </a:r>
            <a:r>
              <a:rPr lang="zh-CN" altLang="en-US" dirty="0"/>
              <a:t>和定位泄漏</a:t>
            </a:r>
            <a:r>
              <a:rPr lang="en-US" altLang="zh-CN" dirty="0"/>
              <a:t>(</a:t>
            </a:r>
            <a:r>
              <a:rPr lang="zh-CN" altLang="en-US" dirty="0"/>
              <a:t>通常称为定位任务</a:t>
            </a:r>
            <a:r>
              <a:rPr lang="en-US" altLang="zh-CN" dirty="0"/>
              <a:t>)</a:t>
            </a:r>
            <a:r>
              <a:rPr lang="zh-CN" altLang="en-US" dirty="0"/>
              <a:t>。分类任务还检查烃泄漏类型，定位任务还建立烃泄漏源。这两项任务对于快速预防事故决策都是至关重要的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介绍</a:t>
            </a:r>
            <a:endParaRPr lang="zh-CN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29770" y="249289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检测方法</a:t>
            </a:r>
            <a:endParaRPr lang="zh-CN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3040" y="3429000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一、使用传统的传感器检测。</a:t>
            </a:r>
            <a:endParaRPr lang="en-US" altLang="zh-CN" dirty="0" smtClean="0"/>
          </a:p>
          <a:p>
            <a:r>
              <a:rPr lang="zh-CN" altLang="en-US" dirty="0" smtClean="0"/>
              <a:t>二、利用光学气体成像仪器，</a:t>
            </a:r>
            <a:r>
              <a:rPr lang="en-US" altLang="zh-CN" dirty="0"/>
              <a:t>OGI</a:t>
            </a:r>
            <a:r>
              <a:rPr lang="zh-CN" altLang="en-US" dirty="0"/>
              <a:t>的优势在于，它可以在几米之外实现实时的碳氢化合物泄漏</a:t>
            </a:r>
            <a:r>
              <a:rPr lang="zh-CN" altLang="en-US" dirty="0" smtClean="0"/>
              <a:t>检测。利用</a:t>
            </a:r>
            <a:r>
              <a:rPr lang="en-US" altLang="zh-CN" dirty="0" smtClean="0"/>
              <a:t>CNN</a:t>
            </a:r>
            <a:r>
              <a:rPr lang="zh-CN" altLang="en-US" dirty="0" smtClean="0"/>
              <a:t>进行识别任务，但不能定位泄漏气体。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739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716" y="131216"/>
            <a:ext cx="5112568" cy="4616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122" y="4858682"/>
            <a:ext cx="6912768" cy="202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255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790575"/>
            <a:ext cx="6753225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533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1023938"/>
            <a:ext cx="612457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806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809625"/>
            <a:ext cx="6115050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21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76" y="476672"/>
            <a:ext cx="777240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76" y="3645024"/>
            <a:ext cx="7534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0613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24" y="620688"/>
            <a:ext cx="7941995" cy="1869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0" y="3068960"/>
            <a:ext cx="7681700" cy="330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37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4776</TotalTime>
  <Words>144</Words>
  <Application>Microsoft Office PowerPoint</Application>
  <PresentationFormat>全屏显示(4:3)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123</cp:revision>
  <dcterms:created xsi:type="dcterms:W3CDTF">2019-01-07T15:21:41Z</dcterms:created>
  <dcterms:modified xsi:type="dcterms:W3CDTF">2020-05-07T10:19:02Z</dcterms:modified>
</cp:coreProperties>
</file>