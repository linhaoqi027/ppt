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304" r:id="rId3"/>
    <p:sldId id="305" r:id="rId4"/>
    <p:sldId id="306" r:id="rId5"/>
    <p:sldId id="307" r:id="rId6"/>
  </p:sldIdLst>
  <p:sldSz cx="12192000" cy="6858000"/>
  <p:notesSz cx="7104063" cy="10234613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Calibri" panose="020F050202020403020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39">
          <p15:clr>
            <a:srgbClr val="A4A3A4"/>
          </p15:clr>
        </p15:guide>
        <p15:guide id="2" pos="29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/>
    <p:restoredTop sz="94660"/>
  </p:normalViewPr>
  <p:slideViewPr>
    <p:cSldViewPr snapToGrid="0" showGuides="1">
      <p:cViewPr varScale="1">
        <p:scale>
          <a:sx n="87" d="100"/>
          <a:sy n="87" d="100"/>
        </p:scale>
        <p:origin x="480" y="106"/>
      </p:cViewPr>
      <p:guideLst>
        <p:guide orient="horz" pos="2139"/>
        <p:guide pos="29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2020/5/8</a:t>
            </a:fld>
            <a:endParaRPr lang="zh-CN" altLang="en-US" strike="noStrike" noProof="1"/>
          </a:p>
        </p:txBody>
      </p:sp>
      <p:sp>
        <p:nvSpPr>
          <p:cNvPr id="205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53" name="备注占位符 4"/>
          <p:cNvSpPr>
            <a:spLocks noGrp="1"/>
          </p:cNvSpPr>
          <p:nvPr>
            <p:ph type="body" sz="quarter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3369820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 userDrawn="1"/>
        </p:nvSpPr>
        <p:spPr>
          <a:xfrm>
            <a:off x="-25082" y="383589"/>
            <a:ext cx="678815" cy="704906"/>
          </a:xfrm>
          <a:prstGeom prst="ellipse">
            <a:avLst/>
          </a:prstGeom>
          <a:solidFill>
            <a:srgbClr val="D9D9D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Oval 58"/>
          <p:cNvSpPr/>
          <p:nvPr userDrawn="1"/>
        </p:nvSpPr>
        <p:spPr>
          <a:xfrm>
            <a:off x="-571817" y="-238125"/>
            <a:ext cx="1083945" cy="1084031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Image Lay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545431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75" name="Picture Placeholder 7"/>
          <p:cNvSpPr>
            <a:spLocks noGrp="1"/>
          </p:cNvSpPr>
          <p:nvPr>
            <p:ph type="pic" sz="quarter" idx="30" hasCustomPrompt="1"/>
          </p:nvPr>
        </p:nvSpPr>
        <p:spPr>
          <a:xfrm>
            <a:off x="3355717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89" name="Picture Placeholder 7"/>
          <p:cNvSpPr>
            <a:spLocks noGrp="1"/>
          </p:cNvSpPr>
          <p:nvPr>
            <p:ph type="pic" sz="quarter" idx="34" hasCustomPrompt="1"/>
          </p:nvPr>
        </p:nvSpPr>
        <p:spPr>
          <a:xfrm>
            <a:off x="6166004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94" name="Picture Placeholder 7"/>
          <p:cNvSpPr>
            <a:spLocks noGrp="1"/>
          </p:cNvSpPr>
          <p:nvPr>
            <p:ph type="pic" sz="quarter" idx="38" hasCustomPrompt="1"/>
          </p:nvPr>
        </p:nvSpPr>
        <p:spPr>
          <a:xfrm>
            <a:off x="8976289" y="1498600"/>
            <a:ext cx="2666200" cy="4533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noFill/>
          </a:ln>
          <a:effectLst/>
        </p:spPr>
        <p:txBody>
          <a:bodyPr lIns="0" tIns="0" rIns="0" bIns="274320" anchor="b"/>
          <a:lstStyle>
            <a:lvl1pPr algn="ctr" rtl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auto"/>
            <a:r>
              <a:rPr lang="en-US" strike="noStrike" noProof="1"/>
              <a:t>Image Holder</a:t>
            </a:r>
          </a:p>
        </p:txBody>
      </p:sp>
      <p:sp>
        <p:nvSpPr>
          <p:cNvPr id="7" name="椭圆 6"/>
          <p:cNvSpPr/>
          <p:nvPr userDrawn="1"/>
        </p:nvSpPr>
        <p:spPr>
          <a:xfrm>
            <a:off x="-25082" y="383589"/>
            <a:ext cx="678815" cy="704906"/>
          </a:xfrm>
          <a:prstGeom prst="ellipse">
            <a:avLst/>
          </a:prstGeom>
          <a:solidFill>
            <a:srgbClr val="D9D9D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8" name="Oval 58"/>
          <p:cNvSpPr/>
          <p:nvPr userDrawn="1"/>
        </p:nvSpPr>
        <p:spPr>
          <a:xfrm>
            <a:off x="-571817" y="-238125"/>
            <a:ext cx="1083945" cy="1084031"/>
          </a:xfrm>
          <a:prstGeom prst="ellipse">
            <a:avLst/>
          </a:prstGeom>
          <a:solidFill>
            <a:srgbClr val="FFC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en-US" strike="noStrike" noProof="1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8699373" y="5147305"/>
            <a:ext cx="20044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/>
            <a:r>
              <a:rPr lang="zh-CN" alt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蓝 鑫</a:t>
            </a:r>
            <a:endParaRPr lang="en-US" altLang="zh-CN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  <a:p>
            <a:pPr algn="ctr" fontAlgn="auto"/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2020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年</a:t>
            </a:r>
            <a:r>
              <a:rPr lang="en-US" altLang="zh-CN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5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月</a:t>
            </a:r>
            <a:r>
              <a:rPr lang="en-US" altLang="zh-CN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8</a:t>
            </a:r>
            <a:r>
              <a:rPr lang="zh-CN" altLang="en-US" sz="200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itchFamily="2" charset="-122"/>
              </a:rPr>
              <a:t>日</a:t>
            </a:r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  <a:p>
            <a:pPr fontAlgn="auto"/>
            <a:endParaRPr lang="zh-CN" altLang="en-US" sz="2000" noProof="1">
              <a:solidFill>
                <a:schemeClr val="tx1">
                  <a:lumMod val="75000"/>
                  <a:lumOff val="25000"/>
                </a:schemeClr>
              </a:solidFill>
              <a:latin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70636" y="2426894"/>
            <a:ext cx="39453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组 会 报 告</a:t>
            </a:r>
            <a:endParaRPr lang="en-US" altLang="zh-CN" sz="6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7743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Architecture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76"/>
          <a:stretch/>
        </p:blipFill>
        <p:spPr>
          <a:xfrm>
            <a:off x="3121269" y="229247"/>
            <a:ext cx="7622931" cy="64522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17743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Architecture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85" t="8302" b="74937"/>
          <a:stretch/>
        </p:blipFill>
        <p:spPr>
          <a:xfrm>
            <a:off x="2638567" y="1053104"/>
            <a:ext cx="5806675" cy="15142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541904" y="2382688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Skip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67686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864235" y="360680"/>
            <a:ext cx="9807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Result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D7FF29C-0941-4590-B02C-4E80BBCC6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53259"/>
              </p:ext>
            </p:extLst>
          </p:nvPr>
        </p:nvGraphicFramePr>
        <p:xfrm>
          <a:off x="3683844" y="1084533"/>
          <a:ext cx="5379475" cy="4186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959">
                  <a:extLst>
                    <a:ext uri="{9D8B030D-6E8A-4147-A177-3AD203B41FA5}">
                      <a16:colId xmlns:a16="http://schemas.microsoft.com/office/drawing/2014/main" val="1507702433"/>
                    </a:ext>
                  </a:extLst>
                </a:gridCol>
                <a:gridCol w="1185172">
                  <a:extLst>
                    <a:ext uri="{9D8B030D-6E8A-4147-A177-3AD203B41FA5}">
                      <a16:colId xmlns:a16="http://schemas.microsoft.com/office/drawing/2014/main" val="2208900642"/>
                    </a:ext>
                  </a:extLst>
                </a:gridCol>
                <a:gridCol w="1185172">
                  <a:extLst>
                    <a:ext uri="{9D8B030D-6E8A-4147-A177-3AD203B41FA5}">
                      <a16:colId xmlns:a16="http://schemas.microsoft.com/office/drawing/2014/main" val="3472719043"/>
                    </a:ext>
                  </a:extLst>
                </a:gridCol>
                <a:gridCol w="1185172">
                  <a:extLst>
                    <a:ext uri="{9D8B030D-6E8A-4147-A177-3AD203B41FA5}">
                      <a16:colId xmlns:a16="http://schemas.microsoft.com/office/drawing/2014/main" val="4227818499"/>
                    </a:ext>
                  </a:extLst>
                </a:gridCol>
              </a:tblGrid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mIoU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params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FPS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673032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SFNet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55.3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470900"/>
                  </a:ext>
                </a:extLst>
              </a:tr>
              <a:tr h="74089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RGB_IR(CA+SA,CA,SA)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57.2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759787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RGB_IR(EMA)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56.8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35241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SFNet</a:t>
                      </a:r>
                      <a:r>
                        <a:rPr lang="en-US" altLang="zh-CN" dirty="0"/>
                        <a:t>(EMA)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57.9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503234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262117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Res18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55.4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49M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42.54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282624"/>
                  </a:ext>
                </a:extLst>
              </a:tr>
              <a:tr h="49226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RTFNet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254M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16.64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466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79721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35" y="3591814"/>
            <a:ext cx="5222316" cy="302663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454" y="67074"/>
            <a:ext cx="9131688" cy="352474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64235" y="360680"/>
            <a:ext cx="7649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Mao</a:t>
            </a:r>
            <a:endParaRPr 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6550" y="3631210"/>
            <a:ext cx="4798663" cy="322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539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更多作品请在稻壳儿搜索艺随风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2552</TotalTime>
  <Words>40</Words>
  <Application>Microsoft Office PowerPoint</Application>
  <PresentationFormat>宽屏</PresentationFormat>
  <Paragraphs>28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宋体</vt:lpstr>
      <vt:lpstr>微软雅黑</vt:lpstr>
      <vt:lpstr>Arial</vt:lpstr>
      <vt:lpstr>Calibri</vt:lpstr>
      <vt:lpstr>更多作品请在稻壳儿搜索艺随风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cp:lastModifiedBy>xin lan</cp:lastModifiedBy>
  <cp:revision>275</cp:revision>
  <dcterms:created xsi:type="dcterms:W3CDTF">2017-03-07T08:54:00Z</dcterms:created>
  <dcterms:modified xsi:type="dcterms:W3CDTF">2020-05-08T01:35:47Z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</Properties>
</file>