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4">
  <p:sldMasterIdLst>
    <p:sldMasterId id="2147483666" r:id="rId1"/>
  </p:sldMasterIdLst>
  <p:notesMasterIdLst>
    <p:notesMasterId r:id="rId6"/>
  </p:notesMasterIdLst>
  <p:handoutMasterIdLst>
    <p:handoutMasterId r:id="rId7"/>
  </p:handoutMasterIdLst>
  <p:sldIdLst>
    <p:sldId id="303" r:id="rId2"/>
    <p:sldId id="355" r:id="rId3"/>
    <p:sldId id="356" r:id="rId4"/>
    <p:sldId id="353" r:id="rId5"/>
  </p:sldIdLst>
  <p:sldSz cx="12192000" cy="6858000"/>
  <p:notesSz cx="6858000" cy="9144000"/>
  <p:defaultTextStyle>
    <a:defPPr>
      <a:defRPr lang="zh-CN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orient="horz" pos="232" userDrawn="1">
          <p15:clr>
            <a:srgbClr val="A4A3A4"/>
          </p15:clr>
        </p15:guide>
        <p15:guide id="4" orient="horz" pos="4088" userDrawn="1">
          <p15:clr>
            <a:srgbClr val="A4A3A4"/>
          </p15:clr>
        </p15:guide>
        <p15:guide id="5" pos="5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FF"/>
    <a:srgbClr val="000099"/>
    <a:srgbClr val="ED7D31"/>
    <a:srgbClr val="33CC33"/>
    <a:srgbClr val="00CC66"/>
    <a:srgbClr val="009999"/>
    <a:srgbClr val="FF3300"/>
    <a:srgbClr val="FFFFFF"/>
    <a:srgbClr val="FF0000"/>
    <a:srgbClr val="00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338" autoAdjust="0"/>
    <p:restoredTop sz="96408" autoAdjust="0"/>
  </p:normalViewPr>
  <p:slideViewPr>
    <p:cSldViewPr snapToGrid="0" snapToObjects="1">
      <p:cViewPr varScale="1">
        <p:scale>
          <a:sx n="69" d="100"/>
          <a:sy n="69" d="100"/>
        </p:scale>
        <p:origin x="244" y="44"/>
      </p:cViewPr>
      <p:guideLst>
        <p:guide pos="3840"/>
        <p:guide orient="horz" pos="2160"/>
        <p:guide orient="horz" pos="232"/>
        <p:guide orient="horz" pos="4088"/>
        <p:guide pos="574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66" d="100"/>
          <a:sy n="66" d="100"/>
        </p:scale>
        <p:origin x="333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 Jingyu" userId="a629a903dcfda7ce" providerId="LiveId" clId="{6E42EEB3-0F62-4E46-9204-E82A6D0FFED7}"/>
    <pc:docChg chg="undo custSel addSld delSld modSld">
      <pc:chgData name="Hu Jingyu" userId="a629a903dcfda7ce" providerId="LiveId" clId="{6E42EEB3-0F62-4E46-9204-E82A6D0FFED7}" dt="2019-09-03T08:54:10.887" v="445" actId="1076"/>
      <pc:docMkLst>
        <pc:docMk/>
      </pc:docMkLst>
      <pc:sldChg chg="addSp modSp">
        <pc:chgData name="Hu Jingyu" userId="a629a903dcfda7ce" providerId="LiveId" clId="{6E42EEB3-0F62-4E46-9204-E82A6D0FFED7}" dt="2019-09-03T08:54:10.887" v="445" actId="1076"/>
        <pc:sldMkLst>
          <pc:docMk/>
          <pc:sldMk cId="621215762" sldId="387"/>
        </pc:sldMkLst>
        <pc:spChg chg="add mod">
          <ac:chgData name="Hu Jingyu" userId="a629a903dcfda7ce" providerId="LiveId" clId="{6E42EEB3-0F62-4E46-9204-E82A6D0FFED7}" dt="2019-09-03T08:54:10.887" v="445" actId="1076"/>
          <ac:spMkLst>
            <pc:docMk/>
            <pc:sldMk cId="621215762" sldId="387"/>
            <ac:spMk id="4" creationId="{3190080E-7536-4D53-BE08-3EFFA7EF819D}"/>
          </ac:spMkLst>
        </pc:spChg>
      </pc:sldChg>
      <pc:sldChg chg="addSp modSp">
        <pc:chgData name="Hu Jingyu" userId="a629a903dcfda7ce" providerId="LiveId" clId="{6E42EEB3-0F62-4E46-9204-E82A6D0FFED7}" dt="2019-09-03T07:37:53.133" v="27" actId="1076"/>
        <pc:sldMkLst>
          <pc:docMk/>
          <pc:sldMk cId="202914713" sldId="388"/>
        </pc:sldMkLst>
        <pc:spChg chg="add mod">
          <ac:chgData name="Hu Jingyu" userId="a629a903dcfda7ce" providerId="LiveId" clId="{6E42EEB3-0F62-4E46-9204-E82A6D0FFED7}" dt="2019-09-03T07:37:53.133" v="27" actId="1076"/>
          <ac:spMkLst>
            <pc:docMk/>
            <pc:sldMk cId="202914713" sldId="388"/>
            <ac:spMk id="3" creationId="{10BF996B-7050-4B6A-BE5D-ED0B2CA913E7}"/>
          </ac:spMkLst>
        </pc:spChg>
      </pc:sldChg>
      <pc:sldChg chg="addSp modSp">
        <pc:chgData name="Hu Jingyu" userId="a629a903dcfda7ce" providerId="LiveId" clId="{6E42EEB3-0F62-4E46-9204-E82A6D0FFED7}" dt="2019-09-03T07:33:18.358" v="14" actId="1076"/>
        <pc:sldMkLst>
          <pc:docMk/>
          <pc:sldMk cId="1228813056" sldId="389"/>
        </pc:sldMkLst>
        <pc:spChg chg="add mod">
          <ac:chgData name="Hu Jingyu" userId="a629a903dcfda7ce" providerId="LiveId" clId="{6E42EEB3-0F62-4E46-9204-E82A6D0FFED7}" dt="2019-09-03T07:33:18.358" v="14" actId="1076"/>
          <ac:spMkLst>
            <pc:docMk/>
            <pc:sldMk cId="1228813056" sldId="389"/>
            <ac:spMk id="3" creationId="{6B61952B-2046-4671-9A30-1822114C9634}"/>
          </ac:spMkLst>
        </pc:spChg>
      </pc:sldChg>
      <pc:sldChg chg="addSp modSp">
        <pc:chgData name="Hu Jingyu" userId="a629a903dcfda7ce" providerId="LiveId" clId="{6E42EEB3-0F62-4E46-9204-E82A6D0FFED7}" dt="2019-09-03T07:31:16.547" v="7" actId="20577"/>
        <pc:sldMkLst>
          <pc:docMk/>
          <pc:sldMk cId="825811426" sldId="390"/>
        </pc:sldMkLst>
        <pc:spChg chg="add mod">
          <ac:chgData name="Hu Jingyu" userId="a629a903dcfda7ce" providerId="LiveId" clId="{6E42EEB3-0F62-4E46-9204-E82A6D0FFED7}" dt="2019-09-03T07:31:16.547" v="7" actId="20577"/>
          <ac:spMkLst>
            <pc:docMk/>
            <pc:sldMk cId="825811426" sldId="390"/>
            <ac:spMk id="3" creationId="{A31E6083-E0E7-4119-B998-E2D68DB5555B}"/>
          </ac:spMkLst>
        </pc:spChg>
      </pc:sldChg>
      <pc:sldChg chg="addSp modSp">
        <pc:chgData name="Hu Jingyu" userId="a629a903dcfda7ce" providerId="LiveId" clId="{6E42EEB3-0F62-4E46-9204-E82A6D0FFED7}" dt="2019-09-03T08:06:58.711" v="176" actId="1076"/>
        <pc:sldMkLst>
          <pc:docMk/>
          <pc:sldMk cId="1605259674" sldId="392"/>
        </pc:sldMkLst>
        <pc:spChg chg="add mod">
          <ac:chgData name="Hu Jingyu" userId="a629a903dcfda7ce" providerId="LiveId" clId="{6E42EEB3-0F62-4E46-9204-E82A6D0FFED7}" dt="2019-09-03T07:38:14.013" v="34" actId="1076"/>
          <ac:spMkLst>
            <pc:docMk/>
            <pc:sldMk cId="1605259674" sldId="392"/>
            <ac:spMk id="3" creationId="{96FB616E-CE6B-436E-9624-AAC50D9757F5}"/>
          </ac:spMkLst>
        </pc:spChg>
        <pc:spChg chg="add mod">
          <ac:chgData name="Hu Jingyu" userId="a629a903dcfda7ce" providerId="LiveId" clId="{6E42EEB3-0F62-4E46-9204-E82A6D0FFED7}" dt="2019-09-03T08:06:58.711" v="176" actId="1076"/>
          <ac:spMkLst>
            <pc:docMk/>
            <pc:sldMk cId="1605259674" sldId="392"/>
            <ac:spMk id="4" creationId="{A0F610A6-3EEF-4E55-917B-8FB3D90A5069}"/>
          </ac:spMkLst>
        </pc:spChg>
      </pc:sldChg>
      <pc:sldChg chg="addSp delSp modSp del">
        <pc:chgData name="Hu Jingyu" userId="a629a903dcfda7ce" providerId="LiveId" clId="{6E42EEB3-0F62-4E46-9204-E82A6D0FFED7}" dt="2019-09-03T08:07:31.045" v="177" actId="2696"/>
        <pc:sldMkLst>
          <pc:docMk/>
          <pc:sldMk cId="3747303549" sldId="393"/>
        </pc:sldMkLst>
        <pc:spChg chg="add del mod">
          <ac:chgData name="Hu Jingyu" userId="a629a903dcfda7ce" providerId="LiveId" clId="{6E42EEB3-0F62-4E46-9204-E82A6D0FFED7}" dt="2019-09-03T08:06:49.090" v="174"/>
          <ac:spMkLst>
            <pc:docMk/>
            <pc:sldMk cId="3747303549" sldId="393"/>
            <ac:spMk id="3" creationId="{1BB166A6-D818-40A0-8838-B19A7377094D}"/>
          </ac:spMkLst>
        </pc:spChg>
      </pc:sldChg>
      <pc:sldChg chg="addSp modSp add">
        <pc:chgData name="Hu Jingyu" userId="a629a903dcfda7ce" providerId="LiveId" clId="{6E42EEB3-0F62-4E46-9204-E82A6D0FFED7}" dt="2019-09-03T07:51:22.340" v="125" actId="1076"/>
        <pc:sldMkLst>
          <pc:docMk/>
          <pc:sldMk cId="1534956624" sldId="394"/>
        </pc:sldMkLst>
        <pc:spChg chg="mod">
          <ac:chgData name="Hu Jingyu" userId="a629a903dcfda7ce" providerId="LiveId" clId="{6E42EEB3-0F62-4E46-9204-E82A6D0FFED7}" dt="2019-09-03T07:50:56.881" v="114"/>
          <ac:spMkLst>
            <pc:docMk/>
            <pc:sldMk cId="1534956624" sldId="394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1:22.340" v="125" actId="1076"/>
          <ac:spMkLst>
            <pc:docMk/>
            <pc:sldMk cId="1534956624" sldId="394"/>
            <ac:spMk id="3" creationId="{B07ABF6C-9E6F-4734-9E15-D0BB537694CE}"/>
          </ac:spMkLst>
        </pc:spChg>
      </pc:sldChg>
      <pc:sldChg chg="addSp modSp add">
        <pc:chgData name="Hu Jingyu" userId="a629a903dcfda7ce" providerId="LiveId" clId="{6E42EEB3-0F62-4E46-9204-E82A6D0FFED7}" dt="2019-09-03T08:09:11.083" v="178" actId="1076"/>
        <pc:sldMkLst>
          <pc:docMk/>
          <pc:sldMk cId="3765175752" sldId="395"/>
        </pc:sldMkLst>
        <pc:spChg chg="mod">
          <ac:chgData name="Hu Jingyu" userId="a629a903dcfda7ce" providerId="LiveId" clId="{6E42EEB3-0F62-4E46-9204-E82A6D0FFED7}" dt="2019-09-03T07:44:26.867" v="70"/>
          <ac:spMkLst>
            <pc:docMk/>
            <pc:sldMk cId="3765175752" sldId="395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0:16.736" v="111" actId="1076"/>
          <ac:spMkLst>
            <pc:docMk/>
            <pc:sldMk cId="3765175752" sldId="395"/>
            <ac:spMk id="3" creationId="{F7883086-7CBD-4744-B7BF-86A1B79AC908}"/>
          </ac:spMkLst>
        </pc:spChg>
        <pc:picChg chg="add mod">
          <ac:chgData name="Hu Jingyu" userId="a629a903dcfda7ce" providerId="LiveId" clId="{6E42EEB3-0F62-4E46-9204-E82A6D0FFED7}" dt="2019-09-03T08:09:11.083" v="178" actId="1076"/>
          <ac:picMkLst>
            <pc:docMk/>
            <pc:sldMk cId="3765175752" sldId="395"/>
            <ac:picMk id="4" creationId="{56499835-0934-4054-9652-844B24E22FAD}"/>
          </ac:picMkLst>
        </pc:picChg>
      </pc:sldChg>
      <pc:sldChg chg="addSp modSp add">
        <pc:chgData name="Hu Jingyu" userId="a629a903dcfda7ce" providerId="LiveId" clId="{6E42EEB3-0F62-4E46-9204-E82A6D0FFED7}" dt="2019-09-03T07:49:29.969" v="96" actId="1076"/>
        <pc:sldMkLst>
          <pc:docMk/>
          <pc:sldMk cId="3104798851" sldId="396"/>
        </pc:sldMkLst>
        <pc:spChg chg="mod">
          <ac:chgData name="Hu Jingyu" userId="a629a903dcfda7ce" providerId="LiveId" clId="{6E42EEB3-0F62-4E46-9204-E82A6D0FFED7}" dt="2019-09-03T07:44:20.510" v="67"/>
          <ac:spMkLst>
            <pc:docMk/>
            <pc:sldMk cId="3104798851" sldId="396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47:00.617" v="86" actId="1076"/>
          <ac:spMkLst>
            <pc:docMk/>
            <pc:sldMk cId="3104798851" sldId="396"/>
            <ac:spMk id="3" creationId="{B3F138F4-DF61-44E0-8373-BCC62B0B9A6A}"/>
          </ac:spMkLst>
        </pc:spChg>
        <pc:spChg chg="add mod">
          <ac:chgData name="Hu Jingyu" userId="a629a903dcfda7ce" providerId="LiveId" clId="{6E42EEB3-0F62-4E46-9204-E82A6D0FFED7}" dt="2019-09-03T07:49:29.969" v="96" actId="1076"/>
          <ac:spMkLst>
            <pc:docMk/>
            <pc:sldMk cId="3104798851" sldId="396"/>
            <ac:spMk id="4" creationId="{ABBE1C4F-B617-4282-B5F3-90A960FA4AC9}"/>
          </ac:spMkLst>
        </pc:spChg>
      </pc:sldChg>
      <pc:sldChg chg="addSp modSp add">
        <pc:chgData name="Hu Jingyu" userId="a629a903dcfda7ce" providerId="LiveId" clId="{6E42EEB3-0F62-4E46-9204-E82A6D0FFED7}" dt="2019-09-03T07:40:34.012" v="64" actId="6549"/>
        <pc:sldMkLst>
          <pc:docMk/>
          <pc:sldMk cId="1362252455" sldId="397"/>
        </pc:sldMkLst>
        <pc:spChg chg="add mod">
          <ac:chgData name="Hu Jingyu" userId="a629a903dcfda7ce" providerId="LiveId" clId="{6E42EEB3-0F62-4E46-9204-E82A6D0FFED7}" dt="2019-09-03T07:40:34.012" v="64" actId="6549"/>
          <ac:spMkLst>
            <pc:docMk/>
            <pc:sldMk cId="1362252455" sldId="397"/>
            <ac:spMk id="3" creationId="{9D6FD71D-1783-4906-BAD2-55F550349ED9}"/>
          </ac:spMkLst>
        </pc:spChg>
      </pc:sldChg>
      <pc:sldChg chg="addSp modSp add">
        <pc:chgData name="Hu Jingyu" userId="a629a903dcfda7ce" providerId="LiveId" clId="{6E42EEB3-0F62-4E46-9204-E82A6D0FFED7}" dt="2019-09-03T07:57:50.068" v="150" actId="1076"/>
        <pc:sldMkLst>
          <pc:docMk/>
          <pc:sldMk cId="1270727125" sldId="398"/>
        </pc:sldMkLst>
        <pc:spChg chg="mod">
          <ac:chgData name="Hu Jingyu" userId="a629a903dcfda7ce" providerId="LiveId" clId="{6E42EEB3-0F62-4E46-9204-E82A6D0FFED7}" dt="2019-09-03T07:56:23.545" v="134"/>
          <ac:spMkLst>
            <pc:docMk/>
            <pc:sldMk cId="1270727125" sldId="398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7:44.342" v="149" actId="20577"/>
          <ac:spMkLst>
            <pc:docMk/>
            <pc:sldMk cId="1270727125" sldId="398"/>
            <ac:spMk id="3" creationId="{861B139A-06BA-4BA7-8A7C-31E34F99CDBE}"/>
          </ac:spMkLst>
        </pc:spChg>
        <pc:spChg chg="add mod">
          <ac:chgData name="Hu Jingyu" userId="a629a903dcfda7ce" providerId="LiveId" clId="{6E42EEB3-0F62-4E46-9204-E82A6D0FFED7}" dt="2019-09-03T07:57:50.068" v="150" actId="1076"/>
          <ac:spMkLst>
            <pc:docMk/>
            <pc:sldMk cId="1270727125" sldId="398"/>
            <ac:spMk id="4" creationId="{B4C0E018-C39A-44F2-9144-4D9620D5D158}"/>
          </ac:spMkLst>
        </pc:spChg>
      </pc:sldChg>
      <pc:sldChg chg="addSp modSp add">
        <pc:chgData name="Hu Jingyu" userId="a629a903dcfda7ce" providerId="LiveId" clId="{6E42EEB3-0F62-4E46-9204-E82A6D0FFED7}" dt="2019-09-03T07:59:11.116" v="170" actId="20577"/>
        <pc:sldMkLst>
          <pc:docMk/>
          <pc:sldMk cId="202885516" sldId="399"/>
        </pc:sldMkLst>
        <pc:spChg chg="mod">
          <ac:chgData name="Hu Jingyu" userId="a629a903dcfda7ce" providerId="LiveId" clId="{6E42EEB3-0F62-4E46-9204-E82A6D0FFED7}" dt="2019-09-03T07:57:16.504" v="144"/>
          <ac:spMkLst>
            <pc:docMk/>
            <pc:sldMk cId="202885516" sldId="399"/>
            <ac:spMk id="2" creationId="{EBDEB3C8-FD99-41C4-8288-6A44067BE4FE}"/>
          </ac:spMkLst>
        </pc:spChg>
        <pc:spChg chg="add mod">
          <ac:chgData name="Hu Jingyu" userId="a629a903dcfda7ce" providerId="LiveId" clId="{6E42EEB3-0F62-4E46-9204-E82A6D0FFED7}" dt="2019-09-03T07:59:11.116" v="170" actId="20577"/>
          <ac:spMkLst>
            <pc:docMk/>
            <pc:sldMk cId="202885516" sldId="399"/>
            <ac:spMk id="3" creationId="{80BF2900-A985-4096-A2CB-FA209A58A7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E08C6-A8D6-4426-B0F6-8365D5E90C3D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5310C-31F2-4F7E-95AC-1A51EFB82AF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4314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FCA7BF-183C-46C8-9282-AFD276260CB2}" type="datetimeFigureOut">
              <a:rPr lang="zh-CN" altLang="en-US" smtClean="0"/>
              <a:t>2020/4/9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E2F600-D6BF-48F3-BE94-005CF5FB96E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979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556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34698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61489" t="25058" r="12143" b="25081"/>
          <a:stretch/>
        </p:blipFill>
        <p:spPr>
          <a:xfrm>
            <a:off x="3882314" y="1181451"/>
            <a:ext cx="4495104" cy="4495104"/>
          </a:xfrm>
          <a:prstGeom prst="ellipse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23644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22049" r="54675" b="21936"/>
          <a:stretch/>
        </p:blipFill>
        <p:spPr>
          <a:xfrm>
            <a:off x="952455" y="-12701"/>
            <a:ext cx="1049298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975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>
            <a:off x="8015258" y="-12700"/>
            <a:ext cx="4189442" cy="6858000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00755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/>
          <a:srcRect t="15838" r="78197" b="16675"/>
          <a:stretch/>
        </p:blipFill>
        <p:spPr>
          <a:xfrm flipH="1">
            <a:off x="0" y="-12700"/>
            <a:ext cx="4189442" cy="6858000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81018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-4813"/>
            <a:ext cx="4452788" cy="6862813"/>
          </a:xfrm>
          <a:prstGeom prst="rect">
            <a:avLst/>
          </a:prstGeom>
        </p:spPr>
      </p:pic>
      <p:cxnSp>
        <p:nvCxnSpPr>
          <p:cNvPr id="4" name="直接连接符 3"/>
          <p:cNvCxnSpPr/>
          <p:nvPr userDrawn="1"/>
        </p:nvCxnSpPr>
        <p:spPr>
          <a:xfrm flipV="1">
            <a:off x="1325217" y="927652"/>
            <a:ext cx="9342783" cy="1325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53274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/>
          <a:srcRect l="54115" t="20375" r="25555" b="20378"/>
          <a:stretch/>
        </p:blipFill>
        <p:spPr>
          <a:xfrm>
            <a:off x="7739212" y="0"/>
            <a:ext cx="4452788" cy="686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749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9002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5" r:id="rId2"/>
    <p:sldLayoutId id="2147483684" r:id="rId3"/>
    <p:sldLayoutId id="2147483679" r:id="rId4"/>
    <p:sldLayoutId id="2147483680" r:id="rId5"/>
    <p:sldLayoutId id="2147483681" r:id="rId6"/>
    <p:sldLayoutId id="2147483682" r:id="rId7"/>
    <p:sldLayoutId id="214748368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98240" y="939493"/>
            <a:ext cx="53949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7200" b="1" dirty="0">
                <a:solidFill>
                  <a:srgbClr val="00B050"/>
                </a:solidFill>
                <a:latin typeface="Rockwell" panose="02060603020205020403" pitchFamily="18" charset="0"/>
              </a:rPr>
              <a:t>进度汇报</a:t>
            </a:r>
            <a:endParaRPr lang="en-US" altLang="zh-CN" sz="7200" b="1" dirty="0">
              <a:solidFill>
                <a:srgbClr val="00B050"/>
              </a:solidFill>
              <a:latin typeface="Rockwell" panose="02060603020205020403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B350B59-A3A8-4AD6-B825-430150444B30}"/>
              </a:ext>
            </a:extLst>
          </p:cNvPr>
          <p:cNvSpPr txBox="1"/>
          <p:nvPr/>
        </p:nvSpPr>
        <p:spPr>
          <a:xfrm>
            <a:off x="8890000" y="4718178"/>
            <a:ext cx="28346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+mn-ea"/>
              </a:rPr>
              <a:t>2020.4.9</a:t>
            </a:r>
          </a:p>
          <a:p>
            <a:pPr algn="ctr"/>
            <a:r>
              <a:rPr lang="zh-CN" altLang="en-US" sz="3200" dirty="0">
                <a:latin typeface="+mn-ea"/>
              </a:rPr>
              <a:t>胡敬玉</a:t>
            </a:r>
          </a:p>
        </p:txBody>
      </p:sp>
    </p:spTree>
    <p:extLst>
      <p:ext uri="{BB962C8B-B14F-4D97-AF65-F5344CB8AC3E}">
        <p14:creationId xmlns:p14="http://schemas.microsoft.com/office/powerpoint/2010/main" val="1301920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8FECA393-8BDB-4612-8456-D3CBAF56DD64}"/>
              </a:ext>
            </a:extLst>
          </p:cNvPr>
          <p:cNvSpPr txBox="1"/>
          <p:nvPr/>
        </p:nvSpPr>
        <p:spPr>
          <a:xfrm>
            <a:off x="1239520" y="195615"/>
            <a:ext cx="2773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rgbClr val="000099"/>
                </a:solidFill>
              </a:rPr>
              <a:t>实验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369C3F7-9291-42EB-84F9-D26F6C8AC6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405226"/>
            <a:ext cx="5486400" cy="33623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A33EAEB2-D31F-43FE-A077-D500F3C499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62376"/>
            <a:ext cx="5562600" cy="33051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0B2D50-9335-47C9-8696-1733B4BAFA43}"/>
              </a:ext>
            </a:extLst>
          </p:cNvPr>
          <p:cNvSpPr txBox="1"/>
          <p:nvPr/>
        </p:nvSpPr>
        <p:spPr>
          <a:xfrm>
            <a:off x="9494981" y="3269673"/>
            <a:ext cx="19396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Complete</a:t>
            </a:r>
          </a:p>
          <a:p>
            <a:r>
              <a:rPr lang="en-US" altLang="zh-CN" dirty="0">
                <a:solidFill>
                  <a:srgbClr val="00B0F0"/>
                </a:solidFill>
              </a:rPr>
              <a:t>Core</a:t>
            </a:r>
          </a:p>
          <a:p>
            <a:r>
              <a:rPr lang="en-US" altLang="zh-CN" dirty="0">
                <a:solidFill>
                  <a:srgbClr val="6600FF"/>
                </a:solidFill>
              </a:rPr>
              <a:t>Enhancing</a:t>
            </a:r>
            <a:endParaRPr lang="zh-CN" altLang="en-US" dirty="0">
              <a:solidFill>
                <a:srgbClr val="6600FF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6B1F8DE-6C0C-4EEE-9026-97AD6B0A2A55}"/>
              </a:ext>
            </a:extLst>
          </p:cNvPr>
          <p:cNvSpPr txBox="1"/>
          <p:nvPr/>
        </p:nvSpPr>
        <p:spPr>
          <a:xfrm>
            <a:off x="8742220" y="1434234"/>
            <a:ext cx="19396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Dice</a:t>
            </a:r>
            <a:endParaRPr lang="zh-CN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5342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33C60864-2EA3-4DCB-A434-A1630212D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519643"/>
              </p:ext>
            </p:extLst>
          </p:nvPr>
        </p:nvGraphicFramePr>
        <p:xfrm>
          <a:off x="1145310" y="1006764"/>
          <a:ext cx="10233889" cy="554434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410920">
                  <a:extLst>
                    <a:ext uri="{9D8B030D-6E8A-4147-A177-3AD203B41FA5}">
                      <a16:colId xmlns:a16="http://schemas.microsoft.com/office/drawing/2014/main" val="2610225517"/>
                    </a:ext>
                  </a:extLst>
                </a:gridCol>
                <a:gridCol w="1652582">
                  <a:extLst>
                    <a:ext uri="{9D8B030D-6E8A-4147-A177-3AD203B41FA5}">
                      <a16:colId xmlns:a16="http://schemas.microsoft.com/office/drawing/2014/main" val="264271977"/>
                    </a:ext>
                  </a:extLst>
                </a:gridCol>
                <a:gridCol w="1741224">
                  <a:extLst>
                    <a:ext uri="{9D8B030D-6E8A-4147-A177-3AD203B41FA5}">
                      <a16:colId xmlns:a16="http://schemas.microsoft.com/office/drawing/2014/main" val="71073209"/>
                    </a:ext>
                  </a:extLst>
                </a:gridCol>
                <a:gridCol w="2429163">
                  <a:extLst>
                    <a:ext uri="{9D8B030D-6E8A-4147-A177-3AD203B41FA5}">
                      <a16:colId xmlns:a16="http://schemas.microsoft.com/office/drawing/2014/main" val="4063639382"/>
                    </a:ext>
                  </a:extLst>
                </a:gridCol>
              </a:tblGrid>
              <a:tr h="535709">
                <a:tc rowSpan="2"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Method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Dice Coefficient</a:t>
                      </a:r>
                      <a:endParaRPr lang="zh-CN" sz="24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069375"/>
                  </a:ext>
                </a:extLst>
              </a:tr>
              <a:tr h="1178502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Complete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Core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Enhancing</a:t>
                      </a:r>
                      <a:endParaRPr lang="zh-CN" alt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03603159"/>
                  </a:ext>
                </a:extLst>
              </a:tr>
              <a:tr h="589252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Chen et al.[21] 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0.72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zh-CN" sz="200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4831100"/>
                  </a:ext>
                </a:extLst>
              </a:tr>
              <a:tr h="589252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Qamar et al.[31] 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0.87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0.81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98418201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Dolz</a:t>
                      </a: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et al.[20] 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0.8389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0.7968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0.7987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04255927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Proposed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0.8945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0.8483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0.8303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27874881"/>
                  </a:ext>
                </a:extLst>
              </a:tr>
              <a:tr h="883878"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Re-implement(</a:t>
                      </a:r>
                      <a:r>
                        <a:rPr lang="en-US" altLang="zh-CN" sz="2000" dirty="0" err="1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Pytorch</a:t>
                      </a: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)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0.8748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 b="1" dirty="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0.8503</a:t>
                      </a:r>
                      <a:endParaRPr lang="zh-CN" sz="2000" b="1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129540" algn="ctr">
                        <a:spcAft>
                          <a:spcPts val="0"/>
                        </a:spcAft>
                        <a:tabLst>
                          <a:tab pos="1524000" algn="ctr"/>
                          <a:tab pos="3078480" algn="r"/>
                        </a:tabLst>
                      </a:pPr>
                      <a:r>
                        <a:rPr lang="en-US" altLang="zh-CN" sz="2000"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Arial" panose="020B0604020202020204" pitchFamily="34" charset="0"/>
                        </a:rPr>
                        <a:t>0.8082</a:t>
                      </a:r>
                      <a:endParaRPr lang="zh-CN" sz="2000" dirty="0"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310072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121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884109" y="2570521"/>
            <a:ext cx="380136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5400" b="1" cap="none" spc="0" dirty="0">
                <a:ln w="12700">
                  <a:solidFill>
                    <a:schemeClr val="accent1"/>
                  </a:solidFill>
                  <a:prstDash val="solid"/>
                </a:ln>
                <a:solidFill>
                  <a:srgbClr val="92D050"/>
                </a:solidFill>
                <a:effectLst>
                  <a:outerShdw dist="38100" dir="2640000" algn="bl" rotWithShape="0">
                    <a:schemeClr val="accent1"/>
                  </a:outerShdw>
                </a:effectLst>
              </a:rPr>
              <a:t>Thank You!</a:t>
            </a:r>
            <a:endParaRPr lang="zh-CN" altLang="en-US" sz="5400" b="1" cap="none" spc="0" dirty="0">
              <a:ln w="12700">
                <a:solidFill>
                  <a:schemeClr val="accent1"/>
                </a:solidFill>
                <a:prstDash val="solid"/>
              </a:ln>
              <a:solidFill>
                <a:srgbClr val="92D050"/>
              </a:solidFill>
              <a:effectLst>
                <a:outerShdw dist="38100" dir="2640000" algn="bl" rotWithShape="0">
                  <a:schemeClr val="accent1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227282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36">
      <a:majorFont>
        <a:latin typeface="Segoe UI"/>
        <a:ea typeface="宋体"/>
        <a:cs typeface=""/>
      </a:majorFont>
      <a:minorFont>
        <a:latin typeface="Segoe UI"/>
        <a:ea typeface="微软雅黑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20030</TotalTime>
  <Words>58</Words>
  <Application>Microsoft Office PowerPoint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等线</vt:lpstr>
      <vt:lpstr>宋体</vt:lpstr>
      <vt:lpstr>微软雅黑</vt:lpstr>
      <vt:lpstr>Arial</vt:lpstr>
      <vt:lpstr>Rockwell</vt:lpstr>
      <vt:lpstr>Segoe UI</vt:lpstr>
      <vt:lpstr>Office 主题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OfficePLUS</dc:creator>
  <cp:keywords/>
  <dc:description/>
  <cp:lastModifiedBy>Jingyu Hu</cp:lastModifiedBy>
  <cp:revision>1187</cp:revision>
  <dcterms:created xsi:type="dcterms:W3CDTF">2015-08-18T02:51:41Z</dcterms:created>
  <dcterms:modified xsi:type="dcterms:W3CDTF">2020-04-09T05:48:21Z</dcterms:modified>
  <cp:category/>
</cp:coreProperties>
</file>