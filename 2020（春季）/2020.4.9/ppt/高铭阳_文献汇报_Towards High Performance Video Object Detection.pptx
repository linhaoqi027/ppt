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0"/>
  </p:notesMasterIdLst>
  <p:sldIdLst>
    <p:sldId id="273" r:id="rId2"/>
    <p:sldId id="274" r:id="rId3"/>
    <p:sldId id="279" r:id="rId4"/>
    <p:sldId id="309" r:id="rId5"/>
    <p:sldId id="311" r:id="rId6"/>
    <p:sldId id="312" r:id="rId7"/>
    <p:sldId id="313" r:id="rId8"/>
    <p:sldId id="308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7055" autoAdjust="0"/>
  </p:normalViewPr>
  <p:slideViewPr>
    <p:cSldViewPr>
      <p:cViewPr varScale="1">
        <p:scale>
          <a:sx n="84" d="100"/>
          <a:sy n="84" d="100"/>
        </p:scale>
        <p:origin x="-142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E7FD1-329C-442A-865F-606706CC9DFF}" type="datetimeFigureOut">
              <a:rPr lang="zh-CN" altLang="en-US" smtClean="0"/>
              <a:t>2020/4/8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01851-CD6B-47E8-9DA1-B8AF7902D4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38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文献汇报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448872" cy="1752600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                                                      </a:t>
            </a:r>
            <a:endParaRPr lang="en-US" altLang="zh-CN" sz="2400" dirty="0" smtClean="0"/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高铭阳</a:t>
            </a:r>
            <a:endParaRPr lang="en-US" altLang="zh-CN" sz="2400" dirty="0" smtClean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      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2020.04.09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023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13313"/>
            <a:ext cx="6816298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857" y="2204864"/>
            <a:ext cx="4094942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15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153" y="1124744"/>
            <a:ext cx="849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将图片分为关键帧和非关键帧，在关键帧上采用卷积提取特征，在非关键帧利用光流将关键帧的特征传播映射过来。</a:t>
            </a:r>
            <a:endParaRPr lang="en-US" altLang="zh-CN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DFF</a:t>
            </a:r>
            <a:endParaRPr lang="zh-CN" alt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17063" y="3106390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FGFA</a:t>
            </a:r>
            <a:endParaRPr lang="zh-CN" altLang="en-US" sz="20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916832"/>
            <a:ext cx="272415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636912"/>
            <a:ext cx="24193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536794" y="3717032"/>
            <a:ext cx="849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所有的帧都是关键帧，在检测某一帧时，将其他帧的特征与本帧特征进行加权，增强当前帧特征。</a:t>
            </a:r>
            <a:endParaRPr lang="en-US" altLang="zh-CN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818" y="4422840"/>
            <a:ext cx="4148074" cy="716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780" y="5373216"/>
            <a:ext cx="3778127" cy="651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351" y="6228637"/>
            <a:ext cx="299085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098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132601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Method</a:t>
            </a:r>
            <a:endParaRPr lang="zh-CN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62011" y="836712"/>
            <a:ext cx="8558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基于</a:t>
            </a:r>
            <a:r>
              <a:rPr lang="zh-CN" altLang="en-US" dirty="0"/>
              <a:t>之前的</a:t>
            </a:r>
            <a:r>
              <a:rPr lang="zh-CN" altLang="en-US" dirty="0" smtClean="0"/>
              <a:t>工作</a:t>
            </a:r>
            <a:r>
              <a:rPr lang="zh-CN" altLang="en-US" dirty="0"/>
              <a:t>（</a:t>
            </a:r>
            <a:r>
              <a:rPr lang="en-US" altLang="zh-CN" dirty="0"/>
              <a:t>DFF</a:t>
            </a:r>
            <a:r>
              <a:rPr lang="zh-CN" altLang="en-US" dirty="0"/>
              <a:t>，</a:t>
            </a:r>
            <a:r>
              <a:rPr lang="en-US" altLang="zh-CN" dirty="0"/>
              <a:t>FGFA</a:t>
            </a:r>
            <a:r>
              <a:rPr lang="zh-CN" altLang="en-US" dirty="0" smtClean="0"/>
              <a:t>），</a:t>
            </a:r>
            <a:r>
              <a:rPr lang="zh-CN" altLang="en-US" dirty="0"/>
              <a:t>提出三种不同的方法来提高检测的速度和精度。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125965"/>
              </p:ext>
            </p:extLst>
          </p:nvPr>
        </p:nvGraphicFramePr>
        <p:xfrm>
          <a:off x="5165725" y="2382838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5725" y="2382838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484784"/>
            <a:ext cx="4730364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429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132601"/>
            <a:ext cx="6840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Sparsely Recursive Feature Aggregation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11033" y="2924944"/>
            <a:ext cx="85584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之前</a:t>
            </a:r>
            <a:r>
              <a:rPr lang="en-US" altLang="zh-CN" dirty="0"/>
              <a:t>FGFA</a:t>
            </a:r>
            <a:r>
              <a:rPr lang="zh-CN" altLang="en-US" dirty="0" smtClean="0"/>
              <a:t>的特征聚合是很稠密的</a:t>
            </a:r>
            <a:r>
              <a:rPr lang="zh-CN" altLang="en-US" dirty="0"/>
              <a:t>，所以计算量很大，这里他提出对于</a:t>
            </a:r>
            <a:r>
              <a:rPr lang="en-US" altLang="zh-CN" b="1" dirty="0"/>
              <a:t>key frame</a:t>
            </a:r>
            <a:r>
              <a:rPr lang="zh-CN" altLang="en-US" dirty="0"/>
              <a:t>而言，不</a:t>
            </a:r>
            <a:r>
              <a:rPr lang="zh-CN" altLang="en-US" dirty="0" smtClean="0"/>
              <a:t>做稠密的聚合而是</a:t>
            </a:r>
            <a:r>
              <a:rPr lang="zh-CN" altLang="en-US" dirty="0"/>
              <a:t>做那种递归式地从前到后进行，这样大大减少了计算量，相当于两帧之间</a:t>
            </a:r>
            <a:r>
              <a:rPr lang="zh-CN" altLang="en-US" dirty="0" smtClean="0"/>
              <a:t>做聚合，</a:t>
            </a:r>
            <a:r>
              <a:rPr lang="zh-CN" altLang="en-US" dirty="0"/>
              <a:t>后面的帧会考虑前面所有帧的</a:t>
            </a:r>
            <a:r>
              <a:rPr lang="zh-CN" altLang="en-US" b="1" dirty="0"/>
              <a:t>历史信息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443427"/>
              </p:ext>
            </p:extLst>
          </p:nvPr>
        </p:nvGraphicFramePr>
        <p:xfrm>
          <a:off x="5165725" y="2382838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5725" y="2382838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764704"/>
            <a:ext cx="3009900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362" y="3848274"/>
            <a:ext cx="449580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577005"/>
            <a:ext cx="270510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5445224"/>
            <a:ext cx="3076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7165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132601"/>
            <a:ext cx="6840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Spatially-adaptive Partial Feature Updating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58200" y="908720"/>
            <a:ext cx="85584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DFF</a:t>
            </a:r>
            <a:r>
              <a:rPr lang="zh-CN" altLang="en-US" dirty="0" smtClean="0"/>
              <a:t>在非关键帧上直接使用关键帧的映射，但无法保证映射的特征好坏。</a:t>
            </a:r>
            <a:r>
              <a:rPr lang="en-US" altLang="zh-CN" dirty="0" smtClean="0"/>
              <a:t>partially </a:t>
            </a:r>
            <a:r>
              <a:rPr lang="en-US" altLang="zh-CN" dirty="0"/>
              <a:t>update feature</a:t>
            </a:r>
            <a:r>
              <a:rPr lang="zh-CN" altLang="en-US" dirty="0"/>
              <a:t>代表对于不同区域，采用不同的策略，</a:t>
            </a:r>
            <a:r>
              <a:rPr lang="en-US" altLang="zh-CN" dirty="0"/>
              <a:t>warp</a:t>
            </a:r>
            <a:r>
              <a:rPr lang="zh-CN" altLang="en-US" dirty="0"/>
              <a:t>或者做</a:t>
            </a:r>
            <a:r>
              <a:rPr lang="en-US" altLang="zh-CN" dirty="0" err="1"/>
              <a:t>cnn</a:t>
            </a:r>
            <a:r>
              <a:rPr lang="en-US" altLang="zh-CN" dirty="0"/>
              <a:t> </a:t>
            </a:r>
            <a:r>
              <a:rPr lang="zh-CN" altLang="en-US" dirty="0"/>
              <a:t>提取特征，那么如何确定那个点是用</a:t>
            </a:r>
            <a:r>
              <a:rPr lang="en-US" altLang="zh-CN" dirty="0"/>
              <a:t>warp</a:t>
            </a:r>
            <a:r>
              <a:rPr lang="zh-CN" altLang="en-US" dirty="0"/>
              <a:t>还是用</a:t>
            </a:r>
            <a:r>
              <a:rPr lang="en-US" altLang="zh-CN" dirty="0" err="1"/>
              <a:t>cnn</a:t>
            </a:r>
            <a:r>
              <a:rPr lang="zh-CN" altLang="en-US" dirty="0"/>
              <a:t>呢，</a:t>
            </a:r>
            <a:r>
              <a:rPr lang="zh-CN" altLang="en-US" dirty="0" smtClean="0"/>
              <a:t>作者在光流网络上加了一个分支，输出</a:t>
            </a:r>
            <a:r>
              <a:rPr lang="zh-CN" altLang="en-US" dirty="0"/>
              <a:t>是一个</a:t>
            </a:r>
            <a:r>
              <a:rPr lang="en-US" altLang="zh-CN" dirty="0"/>
              <a:t>mask</a:t>
            </a:r>
            <a:r>
              <a:rPr lang="zh-CN" altLang="en-US" dirty="0"/>
              <a:t>（记为</a:t>
            </a:r>
            <a:r>
              <a:rPr lang="en-US" altLang="zh-CN" dirty="0" smtClean="0"/>
              <a:t>Q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18758"/>
              </p:ext>
            </p:extLst>
          </p:nvPr>
        </p:nvGraphicFramePr>
        <p:xfrm>
          <a:off x="5165725" y="2382838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5725" y="2382838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367" y="2333228"/>
            <a:ext cx="4751981" cy="3472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019" y="6165304"/>
            <a:ext cx="387667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525" y="2950242"/>
            <a:ext cx="3111539" cy="1981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65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132601"/>
            <a:ext cx="6840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Temporally-adaptive Key Frame Scheduling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58200" y="908720"/>
            <a:ext cx="8558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固定的选取关键帧可能会影响检测精度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800762"/>
              </p:ext>
            </p:extLst>
          </p:nvPr>
        </p:nvGraphicFramePr>
        <p:xfrm>
          <a:off x="5165725" y="2382838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5725" y="2382838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36" y="2780928"/>
            <a:ext cx="871855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700808"/>
            <a:ext cx="5086350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056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504" y="330334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Experiments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761" y="299832"/>
            <a:ext cx="6429375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7026" y="3522430"/>
            <a:ext cx="5156844" cy="3107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885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2605</TotalTime>
  <Words>268</Words>
  <Application>Microsoft Office PowerPoint</Application>
  <PresentationFormat>全屏显示(4:3)</PresentationFormat>
  <Paragraphs>17</Paragraphs>
  <Slides>8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Office 主题</vt:lpstr>
      <vt:lpstr>Equation</vt:lpstr>
      <vt:lpstr>文献汇报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Ming Yang</dc:creator>
  <cp:lastModifiedBy>Ming Yang</cp:lastModifiedBy>
  <cp:revision>119</cp:revision>
  <dcterms:created xsi:type="dcterms:W3CDTF">2019-01-07T15:21:41Z</dcterms:created>
  <dcterms:modified xsi:type="dcterms:W3CDTF">2020-04-08T04:48:21Z</dcterms:modified>
</cp:coreProperties>
</file>