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sldIdLst>
    <p:sldId id="273" r:id="rId2"/>
    <p:sldId id="274" r:id="rId3"/>
    <p:sldId id="298" r:id="rId4"/>
    <p:sldId id="279" r:id="rId5"/>
    <p:sldId id="307" r:id="rId6"/>
    <p:sldId id="310" r:id="rId7"/>
    <p:sldId id="311" r:id="rId8"/>
    <p:sldId id="312" r:id="rId9"/>
    <p:sldId id="306" r:id="rId10"/>
    <p:sldId id="313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2020.06.05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65" y="260648"/>
            <a:ext cx="751840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501008"/>
            <a:ext cx="6559212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558" y="836712"/>
            <a:ext cx="8640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视频</a:t>
            </a:r>
            <a:r>
              <a:rPr lang="zh-CN" altLang="en-US" dirty="0"/>
              <a:t>的帧经常由于运动模糊或散焦等原因退化，直接想到从时间空间的相关性和临近帧中来获取信息。</a:t>
            </a:r>
            <a:r>
              <a:rPr lang="en-US" altLang="zh-CN" dirty="0"/>
              <a:t>FAGA</a:t>
            </a:r>
            <a:r>
              <a:rPr lang="zh-CN" altLang="en-US" dirty="0"/>
              <a:t>尝试时间相关性来从临近帧聚合特征，这是像素级的校准。问题是目标变动剧烈（尤其是遮挡）就不精确。</a:t>
            </a:r>
          </a:p>
          <a:p>
            <a:r>
              <a:rPr lang="zh-CN" altLang="en-US" dirty="0" smtClean="0"/>
              <a:t>        本文除了</a:t>
            </a:r>
            <a:r>
              <a:rPr lang="zh-CN" altLang="en-US" dirty="0"/>
              <a:t>像素级校准，还提出了实例级校准，能估计每一个目标随时间的运动方式来精确地聚合特征。相比于像素级校准，实例级校准对较大的时间外观变化更鲁棒</a:t>
            </a:r>
            <a:r>
              <a:rPr lang="zh-CN" altLang="en-US" dirty="0" smtClean="0"/>
              <a:t>。而且</a:t>
            </a:r>
            <a:r>
              <a:rPr lang="zh-CN" altLang="en-US" dirty="0"/>
              <a:t>，两种校准方式能根据不同的运动模式协同工作。像素级适合非刚性变换，尤其是小动物的运动</a:t>
            </a:r>
            <a:r>
              <a:rPr lang="zh-CN" altLang="en-US" dirty="0" smtClean="0"/>
              <a:t>。</a:t>
            </a:r>
            <a:r>
              <a:rPr lang="zh-CN" altLang="en-US" dirty="0"/>
              <a:t>本文</a:t>
            </a:r>
            <a:r>
              <a:rPr lang="zh-CN" altLang="en-US" dirty="0" smtClean="0"/>
              <a:t>采用</a:t>
            </a:r>
            <a:r>
              <a:rPr lang="zh-CN" altLang="en-US" dirty="0"/>
              <a:t>了一个运动模式解释模型，如果运动模式更像是非刚性运动而且无遮挡，那最终结果更基于像素级校准。反之，基于实例级校准。以上模型都集成在一个联合框架上可端到端训练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介绍</a:t>
            </a:r>
            <a:endParaRPr lang="zh-CN" altLang="en-US" sz="2000" b="1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17032"/>
            <a:ext cx="6559212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方法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795641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15616" y="4509120"/>
            <a:ext cx="6408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可以从上图看出</a:t>
            </a:r>
            <a:r>
              <a:rPr lang="en-US" altLang="zh-CN" dirty="0"/>
              <a:t>MANET</a:t>
            </a:r>
            <a:r>
              <a:rPr lang="zh-CN" altLang="en-US" dirty="0"/>
              <a:t>的流程</a:t>
            </a:r>
            <a:br>
              <a:rPr lang="zh-CN" altLang="en-US" dirty="0"/>
            </a:br>
            <a:r>
              <a:rPr lang="en-US" altLang="zh-CN" dirty="0"/>
              <a:t>1</a:t>
            </a:r>
            <a:r>
              <a:rPr lang="zh-CN" altLang="en-US" dirty="0"/>
              <a:t>、通过</a:t>
            </a:r>
            <a:r>
              <a:rPr lang="en-US" altLang="zh-CN" dirty="0"/>
              <a:t>N-feat</a:t>
            </a:r>
            <a:r>
              <a:rPr lang="zh-CN" altLang="en-US" dirty="0"/>
              <a:t>提取特征，用</a:t>
            </a:r>
            <a:r>
              <a:rPr lang="en-US" altLang="zh-CN" dirty="0"/>
              <a:t>Flow</a:t>
            </a:r>
            <a:r>
              <a:rPr lang="zh-CN" altLang="en-US" dirty="0"/>
              <a:t>的方法生成非关键帧的特征。</a:t>
            </a:r>
            <a:br>
              <a:rPr lang="zh-CN" altLang="en-US" dirty="0"/>
            </a:br>
            <a:r>
              <a:rPr lang="en-US" altLang="zh-CN" dirty="0"/>
              <a:t>2</a:t>
            </a:r>
            <a:r>
              <a:rPr lang="zh-CN" altLang="en-US" dirty="0"/>
              <a:t>、像素级校准</a:t>
            </a:r>
            <a:br>
              <a:rPr lang="zh-CN" altLang="en-US" dirty="0"/>
            </a:br>
            <a:r>
              <a:rPr lang="en-US" altLang="zh-CN" dirty="0"/>
              <a:t>3</a:t>
            </a:r>
            <a:r>
              <a:rPr lang="zh-CN" altLang="en-US" dirty="0"/>
              <a:t>、实例级校准</a:t>
            </a:r>
            <a:br>
              <a:rPr lang="zh-CN" altLang="en-US" dirty="0"/>
            </a:br>
            <a:r>
              <a:rPr lang="en-US" altLang="zh-CN" dirty="0"/>
              <a:t>4</a:t>
            </a:r>
            <a:r>
              <a:rPr lang="zh-CN" altLang="en-US" dirty="0"/>
              <a:t>、结合</a:t>
            </a:r>
          </a:p>
        </p:txBody>
      </p:sp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038975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Pixel-level Calibration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96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Instance-level Calibration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14" y="908720"/>
            <a:ext cx="7260679" cy="4899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0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Instance-level Calibration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809626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302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8976" y="188640"/>
            <a:ext cx="612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Motion Patten Reasoning and Overall Learning Objective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95536" y="732766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最后</a:t>
            </a:r>
            <a:r>
              <a:rPr lang="zh-CN" altLang="en-US" dirty="0"/>
              <a:t>，运用运动模式推理来决定怎样结合这些不同的经过校准的</a:t>
            </a:r>
            <a:r>
              <a:rPr lang="en-US" altLang="zh-CN" dirty="0"/>
              <a:t>features</a:t>
            </a:r>
            <a:r>
              <a:rPr lang="zh-CN" altLang="en-US" dirty="0"/>
              <a:t>。问题的关键在于怎样度量运动模式的非刚性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zh-CN" altLang="en-US" dirty="0" smtClean="0"/>
              <a:t>         直观</a:t>
            </a:r>
            <a:r>
              <a:rPr lang="zh-CN" altLang="en-US" dirty="0"/>
              <a:t>的说，</a:t>
            </a:r>
            <a:r>
              <a:rPr lang="en-US" altLang="zh-CN" dirty="0"/>
              <a:t>bounding box</a:t>
            </a:r>
            <a:r>
              <a:rPr lang="zh-CN" altLang="en-US" dirty="0"/>
              <a:t>的</a:t>
            </a:r>
            <a:r>
              <a:rPr lang="zh-CN" altLang="en-US" dirty="0" smtClean="0"/>
              <a:t>长宽比在</a:t>
            </a:r>
            <a:r>
              <a:rPr lang="zh-CN" altLang="en-US" dirty="0"/>
              <a:t>运动中随着时间是急剧变化的，因此它的运动模式更像是非</a:t>
            </a:r>
            <a:r>
              <a:rPr lang="zh-CN" altLang="en-US" dirty="0" smtClean="0"/>
              <a:t>刚性。使用</a:t>
            </a:r>
            <a:r>
              <a:rPr lang="zh-CN" altLang="en-US" dirty="0"/>
              <a:t>的是质心</a:t>
            </a:r>
            <a:r>
              <a:rPr lang="zh-CN" altLang="en-US" dirty="0" smtClean="0"/>
              <a:t>差异来</a:t>
            </a:r>
            <a:r>
              <a:rPr lang="zh-CN" altLang="en-US" dirty="0"/>
              <a:t>表达</a:t>
            </a:r>
            <a:r>
              <a:rPr lang="en-US" altLang="zh-CN" dirty="0"/>
              <a:t>bounding box</a:t>
            </a:r>
            <a:r>
              <a:rPr lang="zh-CN" altLang="en-US" dirty="0"/>
              <a:t>长宽比的变化率。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132856"/>
            <a:ext cx="6286500" cy="452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830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实验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0" y="1631813"/>
            <a:ext cx="8454196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676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实验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01" y="1196752"/>
            <a:ext cx="7531341" cy="486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14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2684</TotalTime>
  <Words>301</Words>
  <Application>Microsoft Office PowerPoint</Application>
  <PresentationFormat>全屏显示(4:3)</PresentationFormat>
  <Paragraphs>17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106</cp:revision>
  <dcterms:created xsi:type="dcterms:W3CDTF">2019-01-07T15:21:41Z</dcterms:created>
  <dcterms:modified xsi:type="dcterms:W3CDTF">2020-06-04T13:37:49Z</dcterms:modified>
</cp:coreProperties>
</file>