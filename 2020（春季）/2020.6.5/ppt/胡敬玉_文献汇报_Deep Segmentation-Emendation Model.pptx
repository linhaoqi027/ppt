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14"/>
  </p:notesMasterIdLst>
  <p:handoutMasterIdLst>
    <p:handoutMasterId r:id="rId15"/>
  </p:handoutMasterIdLst>
  <p:sldIdLst>
    <p:sldId id="303" r:id="rId2"/>
    <p:sldId id="355" r:id="rId3"/>
    <p:sldId id="356" r:id="rId4"/>
    <p:sldId id="359" r:id="rId5"/>
    <p:sldId id="360" r:id="rId6"/>
    <p:sldId id="361" r:id="rId7"/>
    <p:sldId id="362" r:id="rId8"/>
    <p:sldId id="365" r:id="rId9"/>
    <p:sldId id="363" r:id="rId10"/>
    <p:sldId id="366" r:id="rId11"/>
    <p:sldId id="364" r:id="rId12"/>
    <p:sldId id="353" r:id="rId13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0000"/>
    <a:srgbClr val="6600FF"/>
    <a:srgbClr val="000099"/>
    <a:srgbClr val="33CC33"/>
    <a:srgbClr val="00CC66"/>
    <a:srgbClr val="009999"/>
    <a:srgbClr val="FF3300"/>
    <a:srgbClr val="FFFFF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38" autoAdjust="0"/>
    <p:restoredTop sz="96408" autoAdjust="0"/>
  </p:normalViewPr>
  <p:slideViewPr>
    <p:cSldViewPr snapToGrid="0" snapToObjects="1">
      <p:cViewPr varScale="1">
        <p:scale>
          <a:sx n="69" d="100"/>
          <a:sy n="69" d="100"/>
        </p:scale>
        <p:origin x="244" y="44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Jingyu" userId="a629a903dcfda7ce" providerId="LiveId" clId="{6E42EEB3-0F62-4E46-9204-E82A6D0FFED7}"/>
    <pc:docChg chg="undo custSel addSld delSld modSld">
      <pc:chgData name="Hu Jingyu" userId="a629a903dcfda7ce" providerId="LiveId" clId="{6E42EEB3-0F62-4E46-9204-E82A6D0FFED7}" dt="2019-09-03T08:54:10.887" v="445" actId="1076"/>
      <pc:docMkLst>
        <pc:docMk/>
      </pc:docMkLst>
      <pc:sldChg chg="addSp modSp">
        <pc:chgData name="Hu Jingyu" userId="a629a903dcfda7ce" providerId="LiveId" clId="{6E42EEB3-0F62-4E46-9204-E82A6D0FFED7}" dt="2019-09-03T08:54:10.887" v="445" actId="1076"/>
        <pc:sldMkLst>
          <pc:docMk/>
          <pc:sldMk cId="621215762" sldId="387"/>
        </pc:sldMkLst>
        <pc:spChg chg="add mod">
          <ac:chgData name="Hu Jingyu" userId="a629a903dcfda7ce" providerId="LiveId" clId="{6E42EEB3-0F62-4E46-9204-E82A6D0FFED7}" dt="2019-09-03T08:54:10.887" v="445" actId="1076"/>
          <ac:spMkLst>
            <pc:docMk/>
            <pc:sldMk cId="621215762" sldId="387"/>
            <ac:spMk id="4" creationId="{3190080E-7536-4D53-BE08-3EFFA7EF819D}"/>
          </ac:spMkLst>
        </pc:spChg>
      </pc:sldChg>
      <pc:sldChg chg="addSp modSp">
        <pc:chgData name="Hu Jingyu" userId="a629a903dcfda7ce" providerId="LiveId" clId="{6E42EEB3-0F62-4E46-9204-E82A6D0FFED7}" dt="2019-09-03T07:37:53.133" v="27" actId="1076"/>
        <pc:sldMkLst>
          <pc:docMk/>
          <pc:sldMk cId="202914713" sldId="388"/>
        </pc:sldMkLst>
        <pc:spChg chg="add mod">
          <ac:chgData name="Hu Jingyu" userId="a629a903dcfda7ce" providerId="LiveId" clId="{6E42EEB3-0F62-4E46-9204-E82A6D0FFED7}" dt="2019-09-03T07:37:53.133" v="27" actId="1076"/>
          <ac:spMkLst>
            <pc:docMk/>
            <pc:sldMk cId="202914713" sldId="388"/>
            <ac:spMk id="3" creationId="{10BF996B-7050-4B6A-BE5D-ED0B2CA913E7}"/>
          </ac:spMkLst>
        </pc:spChg>
      </pc:sldChg>
      <pc:sldChg chg="addSp modSp">
        <pc:chgData name="Hu Jingyu" userId="a629a903dcfda7ce" providerId="LiveId" clId="{6E42EEB3-0F62-4E46-9204-E82A6D0FFED7}" dt="2019-09-03T07:33:18.358" v="14" actId="1076"/>
        <pc:sldMkLst>
          <pc:docMk/>
          <pc:sldMk cId="1228813056" sldId="389"/>
        </pc:sldMkLst>
        <pc:spChg chg="add mod">
          <ac:chgData name="Hu Jingyu" userId="a629a903dcfda7ce" providerId="LiveId" clId="{6E42EEB3-0F62-4E46-9204-E82A6D0FFED7}" dt="2019-09-03T07:33:18.358" v="14" actId="1076"/>
          <ac:spMkLst>
            <pc:docMk/>
            <pc:sldMk cId="1228813056" sldId="389"/>
            <ac:spMk id="3" creationId="{6B61952B-2046-4671-9A30-1822114C9634}"/>
          </ac:spMkLst>
        </pc:spChg>
      </pc:sldChg>
      <pc:sldChg chg="addSp modSp">
        <pc:chgData name="Hu Jingyu" userId="a629a903dcfda7ce" providerId="LiveId" clId="{6E42EEB3-0F62-4E46-9204-E82A6D0FFED7}" dt="2019-09-03T07:31:16.547" v="7" actId="20577"/>
        <pc:sldMkLst>
          <pc:docMk/>
          <pc:sldMk cId="825811426" sldId="390"/>
        </pc:sldMkLst>
        <pc:spChg chg="add mod">
          <ac:chgData name="Hu Jingyu" userId="a629a903dcfda7ce" providerId="LiveId" clId="{6E42EEB3-0F62-4E46-9204-E82A6D0FFED7}" dt="2019-09-03T07:31:16.547" v="7" actId="20577"/>
          <ac:spMkLst>
            <pc:docMk/>
            <pc:sldMk cId="825811426" sldId="390"/>
            <ac:spMk id="3" creationId="{A31E6083-E0E7-4119-B998-E2D68DB5555B}"/>
          </ac:spMkLst>
        </pc:spChg>
      </pc:sldChg>
      <pc:sldChg chg="addSp modSp">
        <pc:chgData name="Hu Jingyu" userId="a629a903dcfda7ce" providerId="LiveId" clId="{6E42EEB3-0F62-4E46-9204-E82A6D0FFED7}" dt="2019-09-03T08:06:58.711" v="176" actId="1076"/>
        <pc:sldMkLst>
          <pc:docMk/>
          <pc:sldMk cId="1605259674" sldId="392"/>
        </pc:sldMkLst>
        <pc:spChg chg="add mod">
          <ac:chgData name="Hu Jingyu" userId="a629a903dcfda7ce" providerId="LiveId" clId="{6E42EEB3-0F62-4E46-9204-E82A6D0FFED7}" dt="2019-09-03T07:38:14.013" v="34" actId="1076"/>
          <ac:spMkLst>
            <pc:docMk/>
            <pc:sldMk cId="1605259674" sldId="392"/>
            <ac:spMk id="3" creationId="{96FB616E-CE6B-436E-9624-AAC50D9757F5}"/>
          </ac:spMkLst>
        </pc:spChg>
        <pc:spChg chg="add mod">
          <ac:chgData name="Hu Jingyu" userId="a629a903dcfda7ce" providerId="LiveId" clId="{6E42EEB3-0F62-4E46-9204-E82A6D0FFED7}" dt="2019-09-03T08:06:58.711" v="176" actId="1076"/>
          <ac:spMkLst>
            <pc:docMk/>
            <pc:sldMk cId="1605259674" sldId="392"/>
            <ac:spMk id="4" creationId="{A0F610A6-3EEF-4E55-917B-8FB3D90A5069}"/>
          </ac:spMkLst>
        </pc:spChg>
      </pc:sldChg>
      <pc:sldChg chg="addSp delSp modSp del">
        <pc:chgData name="Hu Jingyu" userId="a629a903dcfda7ce" providerId="LiveId" clId="{6E42EEB3-0F62-4E46-9204-E82A6D0FFED7}" dt="2019-09-03T08:07:31.045" v="177" actId="2696"/>
        <pc:sldMkLst>
          <pc:docMk/>
          <pc:sldMk cId="3747303549" sldId="393"/>
        </pc:sldMkLst>
        <pc:spChg chg="add del mod">
          <ac:chgData name="Hu Jingyu" userId="a629a903dcfda7ce" providerId="LiveId" clId="{6E42EEB3-0F62-4E46-9204-E82A6D0FFED7}" dt="2019-09-03T08:06:49.090" v="174"/>
          <ac:spMkLst>
            <pc:docMk/>
            <pc:sldMk cId="3747303549" sldId="393"/>
            <ac:spMk id="3" creationId="{1BB166A6-D818-40A0-8838-B19A7377094D}"/>
          </ac:spMkLst>
        </pc:spChg>
      </pc:sldChg>
      <pc:sldChg chg="addSp modSp add">
        <pc:chgData name="Hu Jingyu" userId="a629a903dcfda7ce" providerId="LiveId" clId="{6E42EEB3-0F62-4E46-9204-E82A6D0FFED7}" dt="2019-09-03T07:51:22.340" v="125" actId="1076"/>
        <pc:sldMkLst>
          <pc:docMk/>
          <pc:sldMk cId="1534956624" sldId="394"/>
        </pc:sldMkLst>
        <pc:spChg chg="mod">
          <ac:chgData name="Hu Jingyu" userId="a629a903dcfda7ce" providerId="LiveId" clId="{6E42EEB3-0F62-4E46-9204-E82A6D0FFED7}" dt="2019-09-03T07:50:56.881" v="114"/>
          <ac:spMkLst>
            <pc:docMk/>
            <pc:sldMk cId="1534956624" sldId="394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1:22.340" v="125" actId="1076"/>
          <ac:spMkLst>
            <pc:docMk/>
            <pc:sldMk cId="1534956624" sldId="394"/>
            <ac:spMk id="3" creationId="{B07ABF6C-9E6F-4734-9E15-D0BB537694CE}"/>
          </ac:spMkLst>
        </pc:spChg>
      </pc:sldChg>
      <pc:sldChg chg="addSp modSp add">
        <pc:chgData name="Hu Jingyu" userId="a629a903dcfda7ce" providerId="LiveId" clId="{6E42EEB3-0F62-4E46-9204-E82A6D0FFED7}" dt="2019-09-03T08:09:11.083" v="178" actId="1076"/>
        <pc:sldMkLst>
          <pc:docMk/>
          <pc:sldMk cId="3765175752" sldId="395"/>
        </pc:sldMkLst>
        <pc:spChg chg="mod">
          <ac:chgData name="Hu Jingyu" userId="a629a903dcfda7ce" providerId="LiveId" clId="{6E42EEB3-0F62-4E46-9204-E82A6D0FFED7}" dt="2019-09-03T07:44:26.867" v="70"/>
          <ac:spMkLst>
            <pc:docMk/>
            <pc:sldMk cId="3765175752" sldId="395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0:16.736" v="111" actId="1076"/>
          <ac:spMkLst>
            <pc:docMk/>
            <pc:sldMk cId="3765175752" sldId="395"/>
            <ac:spMk id="3" creationId="{F7883086-7CBD-4744-B7BF-86A1B79AC908}"/>
          </ac:spMkLst>
        </pc:spChg>
        <pc:picChg chg="add mod">
          <ac:chgData name="Hu Jingyu" userId="a629a903dcfda7ce" providerId="LiveId" clId="{6E42EEB3-0F62-4E46-9204-E82A6D0FFED7}" dt="2019-09-03T08:09:11.083" v="178" actId="1076"/>
          <ac:picMkLst>
            <pc:docMk/>
            <pc:sldMk cId="3765175752" sldId="395"/>
            <ac:picMk id="4" creationId="{56499835-0934-4054-9652-844B24E22FAD}"/>
          </ac:picMkLst>
        </pc:picChg>
      </pc:sldChg>
      <pc:sldChg chg="addSp modSp add">
        <pc:chgData name="Hu Jingyu" userId="a629a903dcfda7ce" providerId="LiveId" clId="{6E42EEB3-0F62-4E46-9204-E82A6D0FFED7}" dt="2019-09-03T07:49:29.969" v="96" actId="1076"/>
        <pc:sldMkLst>
          <pc:docMk/>
          <pc:sldMk cId="3104798851" sldId="396"/>
        </pc:sldMkLst>
        <pc:spChg chg="mod">
          <ac:chgData name="Hu Jingyu" userId="a629a903dcfda7ce" providerId="LiveId" clId="{6E42EEB3-0F62-4E46-9204-E82A6D0FFED7}" dt="2019-09-03T07:44:20.510" v="67"/>
          <ac:spMkLst>
            <pc:docMk/>
            <pc:sldMk cId="3104798851" sldId="396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47:00.617" v="86" actId="1076"/>
          <ac:spMkLst>
            <pc:docMk/>
            <pc:sldMk cId="3104798851" sldId="396"/>
            <ac:spMk id="3" creationId="{B3F138F4-DF61-44E0-8373-BCC62B0B9A6A}"/>
          </ac:spMkLst>
        </pc:spChg>
        <pc:spChg chg="add mod">
          <ac:chgData name="Hu Jingyu" userId="a629a903dcfda7ce" providerId="LiveId" clId="{6E42EEB3-0F62-4E46-9204-E82A6D0FFED7}" dt="2019-09-03T07:49:29.969" v="96" actId="1076"/>
          <ac:spMkLst>
            <pc:docMk/>
            <pc:sldMk cId="3104798851" sldId="396"/>
            <ac:spMk id="4" creationId="{ABBE1C4F-B617-4282-B5F3-90A960FA4AC9}"/>
          </ac:spMkLst>
        </pc:spChg>
      </pc:sldChg>
      <pc:sldChg chg="addSp modSp add">
        <pc:chgData name="Hu Jingyu" userId="a629a903dcfda7ce" providerId="LiveId" clId="{6E42EEB3-0F62-4E46-9204-E82A6D0FFED7}" dt="2019-09-03T07:40:34.012" v="64" actId="6549"/>
        <pc:sldMkLst>
          <pc:docMk/>
          <pc:sldMk cId="1362252455" sldId="397"/>
        </pc:sldMkLst>
        <pc:spChg chg="add mod">
          <ac:chgData name="Hu Jingyu" userId="a629a903dcfda7ce" providerId="LiveId" clId="{6E42EEB3-0F62-4E46-9204-E82A6D0FFED7}" dt="2019-09-03T07:40:34.012" v="64" actId="6549"/>
          <ac:spMkLst>
            <pc:docMk/>
            <pc:sldMk cId="1362252455" sldId="397"/>
            <ac:spMk id="3" creationId="{9D6FD71D-1783-4906-BAD2-55F550349ED9}"/>
          </ac:spMkLst>
        </pc:spChg>
      </pc:sldChg>
      <pc:sldChg chg="addSp modSp add">
        <pc:chgData name="Hu Jingyu" userId="a629a903dcfda7ce" providerId="LiveId" clId="{6E42EEB3-0F62-4E46-9204-E82A6D0FFED7}" dt="2019-09-03T07:57:50.068" v="150" actId="1076"/>
        <pc:sldMkLst>
          <pc:docMk/>
          <pc:sldMk cId="1270727125" sldId="398"/>
        </pc:sldMkLst>
        <pc:spChg chg="mod">
          <ac:chgData name="Hu Jingyu" userId="a629a903dcfda7ce" providerId="LiveId" clId="{6E42EEB3-0F62-4E46-9204-E82A6D0FFED7}" dt="2019-09-03T07:56:23.545" v="134"/>
          <ac:spMkLst>
            <pc:docMk/>
            <pc:sldMk cId="1270727125" sldId="398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7:44.342" v="149" actId="20577"/>
          <ac:spMkLst>
            <pc:docMk/>
            <pc:sldMk cId="1270727125" sldId="398"/>
            <ac:spMk id="3" creationId="{861B139A-06BA-4BA7-8A7C-31E34F99CDBE}"/>
          </ac:spMkLst>
        </pc:spChg>
        <pc:spChg chg="add mod">
          <ac:chgData name="Hu Jingyu" userId="a629a903dcfda7ce" providerId="LiveId" clId="{6E42EEB3-0F62-4E46-9204-E82A6D0FFED7}" dt="2019-09-03T07:57:50.068" v="150" actId="1076"/>
          <ac:spMkLst>
            <pc:docMk/>
            <pc:sldMk cId="1270727125" sldId="398"/>
            <ac:spMk id="4" creationId="{B4C0E018-C39A-44F2-9144-4D9620D5D158}"/>
          </ac:spMkLst>
        </pc:spChg>
      </pc:sldChg>
      <pc:sldChg chg="addSp modSp add">
        <pc:chgData name="Hu Jingyu" userId="a629a903dcfda7ce" providerId="LiveId" clId="{6E42EEB3-0F62-4E46-9204-E82A6D0FFED7}" dt="2019-09-03T07:59:11.116" v="170" actId="20577"/>
        <pc:sldMkLst>
          <pc:docMk/>
          <pc:sldMk cId="202885516" sldId="399"/>
        </pc:sldMkLst>
        <pc:spChg chg="mod">
          <ac:chgData name="Hu Jingyu" userId="a629a903dcfda7ce" providerId="LiveId" clId="{6E42EEB3-0F62-4E46-9204-E82A6D0FFED7}" dt="2019-09-03T07:57:16.504" v="144"/>
          <ac:spMkLst>
            <pc:docMk/>
            <pc:sldMk cId="202885516" sldId="399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9:11.116" v="170" actId="20577"/>
          <ac:spMkLst>
            <pc:docMk/>
            <pc:sldMk cId="202885516" sldId="399"/>
            <ac:spMk id="3" creationId="{80BF2900-A985-4096-A2CB-FA209A58A7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31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15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5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6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7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2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9" r:id="rId4"/>
    <p:sldLayoutId id="2147483680" r:id="rId5"/>
    <p:sldLayoutId id="2147483681" r:id="rId6"/>
    <p:sldLayoutId id="214748368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98240" y="939493"/>
            <a:ext cx="539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7200" b="1" dirty="0">
                <a:solidFill>
                  <a:srgbClr val="00B050"/>
                </a:solidFill>
                <a:latin typeface="Rockwell" panose="02060603020205020403" pitchFamily="18" charset="0"/>
              </a:rPr>
              <a:t>进度汇报</a:t>
            </a:r>
            <a:endParaRPr lang="en-US" altLang="zh-CN" sz="72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350B59-A3A8-4AD6-B825-430150444B30}"/>
              </a:ext>
            </a:extLst>
          </p:cNvPr>
          <p:cNvSpPr txBox="1"/>
          <p:nvPr/>
        </p:nvSpPr>
        <p:spPr>
          <a:xfrm>
            <a:off x="8890000" y="4718178"/>
            <a:ext cx="2834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latin typeface="+mn-ea"/>
              </a:rPr>
              <a:t>2020.6.5</a:t>
            </a:r>
            <a:endParaRPr lang="en-US" altLang="zh-CN" sz="3200" dirty="0">
              <a:latin typeface="+mn-ea"/>
            </a:endParaRPr>
          </a:p>
          <a:p>
            <a:pPr algn="ctr"/>
            <a:r>
              <a:rPr lang="zh-CN" altLang="en-US" sz="3200" dirty="0">
                <a:latin typeface="+mn-ea"/>
              </a:rPr>
              <a:t>胡敬玉</a:t>
            </a:r>
          </a:p>
        </p:txBody>
      </p:sp>
    </p:spTree>
    <p:extLst>
      <p:ext uri="{BB962C8B-B14F-4D97-AF65-F5344CB8AC3E}">
        <p14:creationId xmlns:p14="http://schemas.microsoft.com/office/powerpoint/2010/main" val="13019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3E8F22C-4122-4A7F-A21E-F8927D321743}"/>
              </a:ext>
            </a:extLst>
          </p:cNvPr>
          <p:cNvSpPr txBox="1"/>
          <p:nvPr/>
        </p:nvSpPr>
        <p:spPr>
          <a:xfrm>
            <a:off x="341746" y="471054"/>
            <a:ext cx="11046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Xie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Y, Lu H, Zhang J, et al. </a:t>
            </a:r>
            <a:r>
              <a:rPr lang="en-US" altLang="zh-CN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Segmentation-Emendation Model for Gland Instance Segmentation</a:t>
            </a:r>
            <a:r>
              <a:rPr lang="zh-CN" alt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 MICCAI, 2019: 469-477.</a:t>
            </a:r>
            <a:endParaRPr lang="en-US" altLang="zh-CN" sz="4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74CBF1-FF6F-40B9-A4F5-53E68C9B5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46" y="2368212"/>
            <a:ext cx="11554691" cy="448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4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CA393-8BDB-4612-8456-D3CBAF56DD64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问题（大肠腺癌）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E9037E1-12B7-4813-9ECA-E73C6A890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945"/>
            <a:ext cx="12192000" cy="390010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AF18093-ED96-48F1-A913-F3C0CA8083DB}"/>
              </a:ext>
            </a:extLst>
          </p:cNvPr>
          <p:cNvSpPr txBox="1"/>
          <p:nvPr/>
        </p:nvSpPr>
        <p:spPr>
          <a:xfrm>
            <a:off x="1535083" y="4736921"/>
            <a:ext cx="93730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神经网络有效在多个医学图像分割任务上是有效的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将卷积神经网络应用与腺体实例分割</a:t>
            </a:r>
            <a:endParaRPr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F66DDB-0F20-4B15-A329-88880EE53D89}"/>
              </a:ext>
            </a:extLst>
          </p:cNvPr>
          <p:cNvSpPr txBox="1"/>
          <p:nvPr/>
        </p:nvSpPr>
        <p:spPr>
          <a:xfrm>
            <a:off x="1313410" y="6071721"/>
            <a:ext cx="7959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集中于优化模型结构和损失函数来提高分割性能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598153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61D313-24AA-4FA4-9823-D8AC9D57BD25}"/>
              </a:ext>
            </a:extLst>
          </p:cNvPr>
          <p:cNvSpPr txBox="1"/>
          <p:nvPr/>
        </p:nvSpPr>
        <p:spPr>
          <a:xfrm>
            <a:off x="1239519" y="195615"/>
            <a:ext cx="678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Segmentation-Emendation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8F086F-60BE-4975-8008-C6806B289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265" y="961388"/>
            <a:ext cx="8246226" cy="570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8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517F95-1DC2-4607-960C-D09787DF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95" y="2052637"/>
            <a:ext cx="10277475" cy="26003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5FADC17-EF47-448C-9735-4D46EB730BB8}"/>
              </a:ext>
            </a:extLst>
          </p:cNvPr>
          <p:cNvSpPr txBox="1"/>
          <p:nvPr/>
        </p:nvSpPr>
        <p:spPr>
          <a:xfrm>
            <a:off x="1239519" y="195615"/>
            <a:ext cx="678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Segmentation Network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43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F155D1-DDD1-4ABD-9B3C-D3CB2D0DD64F}"/>
              </a:ext>
            </a:extLst>
          </p:cNvPr>
          <p:cNvSpPr txBox="1"/>
          <p:nvPr/>
        </p:nvSpPr>
        <p:spPr>
          <a:xfrm>
            <a:off x="1239519" y="195615"/>
            <a:ext cx="678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Emendation Network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00198E9-9C71-4435-B938-4B0F9AF01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38" y="1310474"/>
            <a:ext cx="11213524" cy="493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07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F155D1-DDD1-4ABD-9B3C-D3CB2D0DD64F}"/>
              </a:ext>
            </a:extLst>
          </p:cNvPr>
          <p:cNvSpPr txBox="1"/>
          <p:nvPr/>
        </p:nvSpPr>
        <p:spPr>
          <a:xfrm>
            <a:off x="1239519" y="195615"/>
            <a:ext cx="678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Training Emendation Network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1B47B6-C9CF-4719-8C02-776F96D0F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58" y="1520825"/>
            <a:ext cx="104203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87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DAF157F-4FBD-4D37-89D8-02F17BBEE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42" y="1587455"/>
            <a:ext cx="10261891" cy="19336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8605F12-0D86-4248-B2F4-BD346331D4C5}"/>
              </a:ext>
            </a:extLst>
          </p:cNvPr>
          <p:cNvSpPr txBox="1"/>
          <p:nvPr/>
        </p:nvSpPr>
        <p:spPr>
          <a:xfrm>
            <a:off x="1239519" y="195615"/>
            <a:ext cx="678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Inference Process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27D453-50D2-4E49-9E6F-94719BA67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6" y="3850489"/>
            <a:ext cx="11706727" cy="169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36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C844C10-913E-44B0-9131-60662F283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180" y="1000126"/>
            <a:ext cx="8125354" cy="32252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ED74C70-DE4A-45C7-95CA-F1E465673283}"/>
              </a:ext>
            </a:extLst>
          </p:cNvPr>
          <p:cNvSpPr txBox="1"/>
          <p:nvPr/>
        </p:nvSpPr>
        <p:spPr>
          <a:xfrm>
            <a:off x="1239519" y="195615"/>
            <a:ext cx="678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3B86B7-C162-4FB0-B782-B4EED9BE4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919" y="4225338"/>
            <a:ext cx="8065348" cy="226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3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ED74C70-DE4A-45C7-95CA-F1E465673283}"/>
              </a:ext>
            </a:extLst>
          </p:cNvPr>
          <p:cNvSpPr txBox="1"/>
          <p:nvPr/>
        </p:nvSpPr>
        <p:spPr>
          <a:xfrm>
            <a:off x="1239519" y="195615"/>
            <a:ext cx="678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C2C8C1-69C5-492B-AC7A-7586D8364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710" y="1694046"/>
            <a:ext cx="9976966" cy="404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90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378DBB3-A337-4F99-B747-E3CF3BC8F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810" y="265906"/>
            <a:ext cx="5798233" cy="632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48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2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21435</TotalTime>
  <Words>88</Words>
  <Application>Microsoft Office PowerPoint</Application>
  <PresentationFormat>宽屏</PresentationFormat>
  <Paragraphs>17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微软雅黑</vt:lpstr>
      <vt:lpstr>Arial</vt:lpstr>
      <vt:lpstr>Rockwell</vt:lpstr>
      <vt:lpstr>Segoe UI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Jingyu Hu</cp:lastModifiedBy>
  <cp:revision>1279</cp:revision>
  <dcterms:created xsi:type="dcterms:W3CDTF">2015-08-18T02:51:41Z</dcterms:created>
  <dcterms:modified xsi:type="dcterms:W3CDTF">2020-06-05T00:57:37Z</dcterms:modified>
  <cp:category/>
</cp:coreProperties>
</file>