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2"/>
  </p:notesMasterIdLst>
  <p:sldIdLst>
    <p:sldId id="273" r:id="rId2"/>
    <p:sldId id="274" r:id="rId3"/>
    <p:sldId id="279" r:id="rId4"/>
    <p:sldId id="309" r:id="rId5"/>
    <p:sldId id="300" r:id="rId6"/>
    <p:sldId id="301" r:id="rId7"/>
    <p:sldId id="304" r:id="rId8"/>
    <p:sldId id="307" r:id="rId9"/>
    <p:sldId id="310" r:id="rId10"/>
    <p:sldId id="308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2020.04.02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27" y="1759714"/>
            <a:ext cx="8235950" cy="467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59514"/>
            <a:ext cx="636905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153" y="1124744"/>
            <a:ext cx="8496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对于一个识别任务，可以表示为</a:t>
            </a:r>
            <a:r>
              <a:rPr lang="en-US" altLang="zh-CN" dirty="0"/>
              <a:t> </a:t>
            </a:r>
            <a:r>
              <a:rPr lang="en-US" altLang="zh-CN" dirty="0" smtClean="0"/>
              <a:t>                  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       我们可以将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分解</a:t>
            </a:r>
            <a:r>
              <a:rPr lang="zh-CN" altLang="en-US" dirty="0"/>
              <a:t>成两个连续的子网络。第一个子网络，被称为特征</a:t>
            </a:r>
            <a:r>
              <a:rPr lang="zh-CN" altLang="en-US" dirty="0" smtClean="0"/>
              <a:t>网络        是</a:t>
            </a:r>
            <a:r>
              <a:rPr lang="zh-CN" altLang="en-US" dirty="0"/>
              <a:t>完全卷积</a:t>
            </a:r>
            <a:r>
              <a:rPr lang="zh-CN" altLang="en-US" dirty="0" smtClean="0"/>
              <a:t>网络。</a:t>
            </a:r>
            <a:r>
              <a:rPr lang="zh-CN" altLang="en-US" dirty="0"/>
              <a:t>第二个子网，被称为任务</a:t>
            </a:r>
            <a:r>
              <a:rPr lang="zh-CN" altLang="en-US" dirty="0" smtClean="0"/>
              <a:t>网络                    ，是</a:t>
            </a:r>
            <a:r>
              <a:rPr lang="zh-CN" altLang="en-US" dirty="0"/>
              <a:t>根据任务的不同具有的特定结构，在特征图上执行识别</a:t>
            </a:r>
            <a:r>
              <a:rPr lang="zh-CN" altLang="en-US" dirty="0" smtClean="0"/>
              <a:t>任务。</a:t>
            </a: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DFF</a:t>
            </a:r>
            <a:r>
              <a:rPr lang="zh-CN" altLang="en-US" sz="2000" b="1" dirty="0" smtClean="0"/>
              <a:t>网络</a:t>
            </a:r>
            <a:r>
              <a:rPr lang="zh-CN" altLang="en-US" sz="2000" b="1" dirty="0"/>
              <a:t>架构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711" y="1124744"/>
            <a:ext cx="995828" cy="282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178" y="1739282"/>
            <a:ext cx="216024" cy="208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888" y="1760092"/>
            <a:ext cx="1008112" cy="206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518" y="2006834"/>
            <a:ext cx="1008112" cy="18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602072"/>
            <a:ext cx="5453927" cy="4106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9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网络</a:t>
            </a:r>
            <a:r>
              <a:rPr lang="zh-CN" altLang="en-US" sz="2000" b="1" dirty="0"/>
              <a:t>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013" y="563100"/>
            <a:ext cx="83529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这</a:t>
            </a:r>
            <a:r>
              <a:rPr lang="zh-CN" altLang="en-US" dirty="0"/>
              <a:t>篇论文在</a:t>
            </a:r>
            <a:r>
              <a:rPr lang="en-US" altLang="zh-CN" dirty="0"/>
              <a:t>DFF</a:t>
            </a:r>
            <a:r>
              <a:rPr lang="zh-CN" altLang="en-US" dirty="0"/>
              <a:t>的基础上加以改进，引入了印象网络的概念，对之前关键帧提取的特征与当前关键帧的信息加权融合，充分利用了先前视频关键帧的信息。</a:t>
            </a:r>
          </a:p>
          <a:p>
            <a:r>
              <a:rPr lang="zh-CN" altLang="en-US" dirty="0" smtClean="0"/>
              <a:t>         在</a:t>
            </a:r>
            <a:r>
              <a:rPr lang="zh-CN" altLang="en-US" dirty="0"/>
              <a:t>关键帧上，首先将上一个关键帧的印象</a:t>
            </a:r>
            <a:r>
              <a:rPr lang="zh-CN" altLang="en-US" dirty="0" smtClean="0"/>
              <a:t>特征      和</a:t>
            </a:r>
            <a:r>
              <a:rPr lang="zh-CN" altLang="en-US" dirty="0"/>
              <a:t>当前关键帧提取的</a:t>
            </a:r>
            <a:r>
              <a:rPr lang="zh-CN" altLang="en-US" dirty="0" smtClean="0"/>
              <a:t>特征 </a:t>
            </a:r>
            <a:r>
              <a:rPr lang="en-US" altLang="zh-CN" i="1" dirty="0" smtClean="0"/>
              <a:t>f</a:t>
            </a:r>
            <a:r>
              <a:rPr lang="zh-CN" altLang="en-US" dirty="0" smtClean="0"/>
              <a:t>通过</a:t>
            </a:r>
            <a:r>
              <a:rPr lang="zh-CN" altLang="en-US" dirty="0"/>
              <a:t>一个小的</a:t>
            </a:r>
            <a:r>
              <a:rPr lang="en-US" altLang="zh-CN" dirty="0"/>
              <a:t>FCN</a:t>
            </a:r>
            <a:r>
              <a:rPr lang="zh-CN" altLang="en-US" dirty="0"/>
              <a:t>得到</a:t>
            </a:r>
            <a:r>
              <a:rPr lang="en-US" altLang="zh-CN" dirty="0"/>
              <a:t>weight map</a:t>
            </a:r>
            <a:r>
              <a:rPr lang="zh-CN" altLang="en-US" dirty="0"/>
              <a:t>，再用</a:t>
            </a:r>
            <a:r>
              <a:rPr lang="en-US" altLang="zh-CN" dirty="0" err="1"/>
              <a:t>softmax</a:t>
            </a:r>
            <a:r>
              <a:rPr lang="zh-CN" altLang="en-US" dirty="0"/>
              <a:t>归一化</a:t>
            </a:r>
            <a:r>
              <a:rPr lang="zh-CN" altLang="en-US" dirty="0" smtClean="0"/>
              <a:t>，然后</a:t>
            </a:r>
            <a:r>
              <a:rPr lang="zh-CN" altLang="en-US" dirty="0"/>
              <a:t>用</a:t>
            </a:r>
            <a:r>
              <a:rPr lang="en-US" altLang="zh-CN" dirty="0"/>
              <a:t>weight map</a:t>
            </a:r>
            <a:r>
              <a:rPr lang="zh-CN" altLang="en-US" dirty="0"/>
              <a:t>对两个特征图进行</a:t>
            </a:r>
            <a:r>
              <a:rPr lang="en-US" altLang="zh-CN" dirty="0"/>
              <a:t>position-wise</a:t>
            </a:r>
            <a:r>
              <a:rPr lang="zh-CN" altLang="en-US" dirty="0"/>
              <a:t>加权，得到新的特征</a:t>
            </a:r>
            <a:r>
              <a:rPr lang="zh-CN" altLang="en-US" dirty="0" smtClean="0"/>
              <a:t>图       ，</a:t>
            </a:r>
            <a:r>
              <a:rPr lang="zh-CN" altLang="en-US" dirty="0"/>
              <a:t>作为</a:t>
            </a:r>
            <a:r>
              <a:rPr lang="en-US" altLang="zh-CN" dirty="0"/>
              <a:t>task network</a:t>
            </a:r>
            <a:r>
              <a:rPr lang="zh-CN" altLang="en-US" dirty="0"/>
              <a:t>的输入。对</a:t>
            </a:r>
            <a:r>
              <a:rPr lang="zh-CN" altLang="en-US" dirty="0" smtClean="0"/>
              <a:t>特征</a:t>
            </a:r>
            <a:r>
              <a:rPr lang="en-US" altLang="zh-CN" i="1" dirty="0" smtClean="0"/>
              <a:t>f</a:t>
            </a:r>
            <a:r>
              <a:rPr lang="zh-CN" altLang="en-US" dirty="0" smtClean="0"/>
              <a:t>和特征        做</a:t>
            </a:r>
            <a:r>
              <a:rPr lang="zh-CN" altLang="en-US" dirty="0"/>
              <a:t>加权</a:t>
            </a:r>
            <a:r>
              <a:rPr lang="zh-CN" altLang="en-US" dirty="0" smtClean="0"/>
              <a:t>和，</a:t>
            </a:r>
            <a:r>
              <a:rPr lang="zh-CN" altLang="en-US" dirty="0"/>
              <a:t>更新当前关键帧的印象</a:t>
            </a:r>
            <a:r>
              <a:rPr lang="zh-CN" altLang="en-US" dirty="0" smtClean="0"/>
              <a:t>特征。</a:t>
            </a:r>
            <a:endParaRPr lang="zh-CN" altLang="en-US" dirty="0"/>
          </a:p>
          <a:p>
            <a:r>
              <a:rPr lang="zh-CN" altLang="en-US" dirty="0" smtClean="0"/>
              <a:t>         在</a:t>
            </a:r>
            <a:r>
              <a:rPr lang="zh-CN" altLang="en-US" dirty="0"/>
              <a:t>非关键帧上，计算方法和</a:t>
            </a:r>
            <a:r>
              <a:rPr lang="en-US" altLang="zh-CN" dirty="0"/>
              <a:t>DFF</a:t>
            </a:r>
            <a:r>
              <a:rPr lang="zh-CN" altLang="en-US" dirty="0"/>
              <a:t>一样，只是用加权后的新</a:t>
            </a:r>
            <a:r>
              <a:rPr lang="zh-CN" altLang="en-US" dirty="0" smtClean="0"/>
              <a:t>特征作为</a:t>
            </a:r>
            <a:r>
              <a:rPr lang="zh-CN" altLang="en-US" dirty="0"/>
              <a:t>输入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27" y="2594425"/>
            <a:ext cx="8235950" cy="4146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125965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4" imgW="114120" imgH="177480" progId="Equation.DSMT4">
                  <p:embed/>
                </p:oleObj>
              </mc:Choice>
              <mc:Fallback>
                <p:oleObj name="Equation" r:id="rId4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618274"/>
              </p:ext>
            </p:extLst>
          </p:nvPr>
        </p:nvGraphicFramePr>
        <p:xfrm>
          <a:off x="5292080" y="1124744"/>
          <a:ext cx="460053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quation" r:id="rId6" imgW="291960" imgH="228600" progId="Equation.DSMT4">
                  <p:embed/>
                </p:oleObj>
              </mc:Choice>
              <mc:Fallback>
                <p:oleObj name="Equation" r:id="rId6" imgW="291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92080" y="1124744"/>
                        <a:ext cx="460053" cy="360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436648"/>
              </p:ext>
            </p:extLst>
          </p:nvPr>
        </p:nvGraphicFramePr>
        <p:xfrm>
          <a:off x="4994275" y="1628775"/>
          <a:ext cx="4794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8" imgW="304560" imgH="228600" progId="Equation.DSMT4">
                  <p:embed/>
                </p:oleObj>
              </mc:Choice>
              <mc:Fallback>
                <p:oleObj name="Equation" r:id="rId8" imgW="304560" imgH="228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275" y="1628775"/>
                        <a:ext cx="47942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112250"/>
              </p:ext>
            </p:extLst>
          </p:nvPr>
        </p:nvGraphicFramePr>
        <p:xfrm>
          <a:off x="1547664" y="1916832"/>
          <a:ext cx="4794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10" imgW="304560" imgH="228600" progId="Equation.DSMT4">
                  <p:embed/>
                </p:oleObj>
              </mc:Choice>
              <mc:Fallback>
                <p:oleObj name="Equation" r:id="rId10" imgW="304560" imgH="2286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916832"/>
                        <a:ext cx="47942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429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算法步骤</a:t>
            </a:r>
            <a:r>
              <a:rPr lang="en-US" altLang="zh-CN" sz="2000" dirty="0" smtClean="0"/>
              <a:t> </a:t>
            </a:r>
            <a:endParaRPr lang="zh-CN" altLang="en-US" sz="2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32711"/>
            <a:ext cx="6296025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483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511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Inference Complexity Analysis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85925"/>
            <a:ext cx="6467475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586" y="3356992"/>
            <a:ext cx="2733675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072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99" y="1556792"/>
            <a:ext cx="8585200" cy="328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558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72816"/>
            <a:ext cx="6353175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069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732766"/>
            <a:ext cx="6762750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135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1" y="691616"/>
            <a:ext cx="5196332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080" y="3022687"/>
            <a:ext cx="4995129" cy="386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885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2498</TotalTime>
  <Words>233</Words>
  <Application>Microsoft Office PowerPoint</Application>
  <PresentationFormat>全屏显示(4:3)</PresentationFormat>
  <Paragraphs>18</Paragraphs>
  <Slides>10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Office 主题</vt:lpstr>
      <vt:lpstr>Equation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110</cp:revision>
  <dcterms:created xsi:type="dcterms:W3CDTF">2019-01-07T15:21:41Z</dcterms:created>
  <dcterms:modified xsi:type="dcterms:W3CDTF">2020-04-01T07:37:48Z</dcterms:modified>
</cp:coreProperties>
</file>