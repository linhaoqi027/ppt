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16"/>
  </p:notesMasterIdLst>
  <p:handoutMasterIdLst>
    <p:handoutMasterId r:id="rId17"/>
  </p:handoutMasterIdLst>
  <p:sldIdLst>
    <p:sldId id="303" r:id="rId2"/>
    <p:sldId id="362" r:id="rId3"/>
    <p:sldId id="355" r:id="rId4"/>
    <p:sldId id="360" r:id="rId5"/>
    <p:sldId id="363" r:id="rId6"/>
    <p:sldId id="364" r:id="rId7"/>
    <p:sldId id="358" r:id="rId8"/>
    <p:sldId id="365" r:id="rId9"/>
    <p:sldId id="366" r:id="rId10"/>
    <p:sldId id="368" r:id="rId11"/>
    <p:sldId id="367" r:id="rId12"/>
    <p:sldId id="369" r:id="rId13"/>
    <p:sldId id="371" r:id="rId14"/>
    <p:sldId id="353" r:id="rId15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ED7D31"/>
    <a:srgbClr val="000099"/>
    <a:srgbClr val="6600FF"/>
    <a:srgbClr val="33CC33"/>
    <a:srgbClr val="009999"/>
    <a:srgbClr val="FF3300"/>
    <a:srgbClr val="FFFFFF"/>
    <a:srgbClr val="FF0000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38" autoAdjust="0"/>
    <p:restoredTop sz="96408" autoAdjust="0"/>
  </p:normalViewPr>
  <p:slideViewPr>
    <p:cSldViewPr snapToGrid="0" snapToObjects="1">
      <p:cViewPr>
        <p:scale>
          <a:sx n="50" d="100"/>
          <a:sy n="50" d="100"/>
        </p:scale>
        <p:origin x="545" y="123"/>
      </p:cViewPr>
      <p:guideLst>
        <p:guide pos="3840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Jingyu" userId="a629a903dcfda7ce" providerId="LiveId" clId="{6E42EEB3-0F62-4E46-9204-E82A6D0FFED7}"/>
    <pc:docChg chg="undo custSel addSld delSld modSld">
      <pc:chgData name="Hu Jingyu" userId="a629a903dcfda7ce" providerId="LiveId" clId="{6E42EEB3-0F62-4E46-9204-E82A6D0FFED7}" dt="2019-09-03T08:54:10.887" v="445" actId="1076"/>
      <pc:docMkLst>
        <pc:docMk/>
      </pc:docMkLst>
      <pc:sldChg chg="addSp modSp">
        <pc:chgData name="Hu Jingyu" userId="a629a903dcfda7ce" providerId="LiveId" clId="{6E42EEB3-0F62-4E46-9204-E82A6D0FFED7}" dt="2019-09-03T08:54:10.887" v="445" actId="1076"/>
        <pc:sldMkLst>
          <pc:docMk/>
          <pc:sldMk cId="621215762" sldId="387"/>
        </pc:sldMkLst>
        <pc:spChg chg="add mod">
          <ac:chgData name="Hu Jingyu" userId="a629a903dcfda7ce" providerId="LiveId" clId="{6E42EEB3-0F62-4E46-9204-E82A6D0FFED7}" dt="2019-09-03T08:54:10.887" v="445" actId="1076"/>
          <ac:spMkLst>
            <pc:docMk/>
            <pc:sldMk cId="621215762" sldId="387"/>
            <ac:spMk id="4" creationId="{3190080E-7536-4D53-BE08-3EFFA7EF819D}"/>
          </ac:spMkLst>
        </pc:spChg>
      </pc:sldChg>
      <pc:sldChg chg="addSp modSp">
        <pc:chgData name="Hu Jingyu" userId="a629a903dcfda7ce" providerId="LiveId" clId="{6E42EEB3-0F62-4E46-9204-E82A6D0FFED7}" dt="2019-09-03T07:37:53.133" v="27" actId="1076"/>
        <pc:sldMkLst>
          <pc:docMk/>
          <pc:sldMk cId="202914713" sldId="388"/>
        </pc:sldMkLst>
        <pc:spChg chg="add mod">
          <ac:chgData name="Hu Jingyu" userId="a629a903dcfda7ce" providerId="LiveId" clId="{6E42EEB3-0F62-4E46-9204-E82A6D0FFED7}" dt="2019-09-03T07:37:53.133" v="27" actId="1076"/>
          <ac:spMkLst>
            <pc:docMk/>
            <pc:sldMk cId="202914713" sldId="388"/>
            <ac:spMk id="3" creationId="{10BF996B-7050-4B6A-BE5D-ED0B2CA913E7}"/>
          </ac:spMkLst>
        </pc:spChg>
      </pc:sldChg>
      <pc:sldChg chg="addSp modSp">
        <pc:chgData name="Hu Jingyu" userId="a629a903dcfda7ce" providerId="LiveId" clId="{6E42EEB3-0F62-4E46-9204-E82A6D0FFED7}" dt="2019-09-03T07:33:18.358" v="14" actId="1076"/>
        <pc:sldMkLst>
          <pc:docMk/>
          <pc:sldMk cId="1228813056" sldId="389"/>
        </pc:sldMkLst>
        <pc:spChg chg="add mod">
          <ac:chgData name="Hu Jingyu" userId="a629a903dcfda7ce" providerId="LiveId" clId="{6E42EEB3-0F62-4E46-9204-E82A6D0FFED7}" dt="2019-09-03T07:33:18.358" v="14" actId="1076"/>
          <ac:spMkLst>
            <pc:docMk/>
            <pc:sldMk cId="1228813056" sldId="389"/>
            <ac:spMk id="3" creationId="{6B61952B-2046-4671-9A30-1822114C9634}"/>
          </ac:spMkLst>
        </pc:spChg>
      </pc:sldChg>
      <pc:sldChg chg="addSp modSp">
        <pc:chgData name="Hu Jingyu" userId="a629a903dcfda7ce" providerId="LiveId" clId="{6E42EEB3-0F62-4E46-9204-E82A6D0FFED7}" dt="2019-09-03T07:31:16.547" v="7" actId="20577"/>
        <pc:sldMkLst>
          <pc:docMk/>
          <pc:sldMk cId="825811426" sldId="390"/>
        </pc:sldMkLst>
        <pc:spChg chg="add mod">
          <ac:chgData name="Hu Jingyu" userId="a629a903dcfda7ce" providerId="LiveId" clId="{6E42EEB3-0F62-4E46-9204-E82A6D0FFED7}" dt="2019-09-03T07:31:16.547" v="7" actId="20577"/>
          <ac:spMkLst>
            <pc:docMk/>
            <pc:sldMk cId="825811426" sldId="390"/>
            <ac:spMk id="3" creationId="{A31E6083-E0E7-4119-B998-E2D68DB5555B}"/>
          </ac:spMkLst>
        </pc:spChg>
      </pc:sldChg>
      <pc:sldChg chg="addSp modSp">
        <pc:chgData name="Hu Jingyu" userId="a629a903dcfda7ce" providerId="LiveId" clId="{6E42EEB3-0F62-4E46-9204-E82A6D0FFED7}" dt="2019-09-03T08:06:58.711" v="176" actId="1076"/>
        <pc:sldMkLst>
          <pc:docMk/>
          <pc:sldMk cId="1605259674" sldId="392"/>
        </pc:sldMkLst>
        <pc:spChg chg="add mod">
          <ac:chgData name="Hu Jingyu" userId="a629a903dcfda7ce" providerId="LiveId" clId="{6E42EEB3-0F62-4E46-9204-E82A6D0FFED7}" dt="2019-09-03T07:38:14.013" v="34" actId="1076"/>
          <ac:spMkLst>
            <pc:docMk/>
            <pc:sldMk cId="1605259674" sldId="392"/>
            <ac:spMk id="3" creationId="{96FB616E-CE6B-436E-9624-AAC50D9757F5}"/>
          </ac:spMkLst>
        </pc:spChg>
        <pc:spChg chg="add mod">
          <ac:chgData name="Hu Jingyu" userId="a629a903dcfda7ce" providerId="LiveId" clId="{6E42EEB3-0F62-4E46-9204-E82A6D0FFED7}" dt="2019-09-03T08:06:58.711" v="176" actId="1076"/>
          <ac:spMkLst>
            <pc:docMk/>
            <pc:sldMk cId="1605259674" sldId="392"/>
            <ac:spMk id="4" creationId="{A0F610A6-3EEF-4E55-917B-8FB3D90A5069}"/>
          </ac:spMkLst>
        </pc:spChg>
      </pc:sldChg>
      <pc:sldChg chg="addSp delSp modSp del">
        <pc:chgData name="Hu Jingyu" userId="a629a903dcfda7ce" providerId="LiveId" clId="{6E42EEB3-0F62-4E46-9204-E82A6D0FFED7}" dt="2019-09-03T08:07:31.045" v="177" actId="2696"/>
        <pc:sldMkLst>
          <pc:docMk/>
          <pc:sldMk cId="3747303549" sldId="393"/>
        </pc:sldMkLst>
        <pc:spChg chg="add del mod">
          <ac:chgData name="Hu Jingyu" userId="a629a903dcfda7ce" providerId="LiveId" clId="{6E42EEB3-0F62-4E46-9204-E82A6D0FFED7}" dt="2019-09-03T08:06:49.090" v="174"/>
          <ac:spMkLst>
            <pc:docMk/>
            <pc:sldMk cId="3747303549" sldId="393"/>
            <ac:spMk id="3" creationId="{1BB166A6-D818-40A0-8838-B19A7377094D}"/>
          </ac:spMkLst>
        </pc:spChg>
      </pc:sldChg>
      <pc:sldChg chg="addSp modSp add">
        <pc:chgData name="Hu Jingyu" userId="a629a903dcfda7ce" providerId="LiveId" clId="{6E42EEB3-0F62-4E46-9204-E82A6D0FFED7}" dt="2019-09-03T07:51:22.340" v="125" actId="1076"/>
        <pc:sldMkLst>
          <pc:docMk/>
          <pc:sldMk cId="1534956624" sldId="394"/>
        </pc:sldMkLst>
        <pc:spChg chg="mod">
          <ac:chgData name="Hu Jingyu" userId="a629a903dcfda7ce" providerId="LiveId" clId="{6E42EEB3-0F62-4E46-9204-E82A6D0FFED7}" dt="2019-09-03T07:50:56.881" v="114"/>
          <ac:spMkLst>
            <pc:docMk/>
            <pc:sldMk cId="1534956624" sldId="394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1:22.340" v="125" actId="1076"/>
          <ac:spMkLst>
            <pc:docMk/>
            <pc:sldMk cId="1534956624" sldId="394"/>
            <ac:spMk id="3" creationId="{B07ABF6C-9E6F-4734-9E15-D0BB537694CE}"/>
          </ac:spMkLst>
        </pc:spChg>
      </pc:sldChg>
      <pc:sldChg chg="addSp modSp add">
        <pc:chgData name="Hu Jingyu" userId="a629a903dcfda7ce" providerId="LiveId" clId="{6E42EEB3-0F62-4E46-9204-E82A6D0FFED7}" dt="2019-09-03T08:09:11.083" v="178" actId="1076"/>
        <pc:sldMkLst>
          <pc:docMk/>
          <pc:sldMk cId="3765175752" sldId="395"/>
        </pc:sldMkLst>
        <pc:spChg chg="mod">
          <ac:chgData name="Hu Jingyu" userId="a629a903dcfda7ce" providerId="LiveId" clId="{6E42EEB3-0F62-4E46-9204-E82A6D0FFED7}" dt="2019-09-03T07:44:26.867" v="70"/>
          <ac:spMkLst>
            <pc:docMk/>
            <pc:sldMk cId="3765175752" sldId="395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0:16.736" v="111" actId="1076"/>
          <ac:spMkLst>
            <pc:docMk/>
            <pc:sldMk cId="3765175752" sldId="395"/>
            <ac:spMk id="3" creationId="{F7883086-7CBD-4744-B7BF-86A1B79AC908}"/>
          </ac:spMkLst>
        </pc:spChg>
        <pc:picChg chg="add mod">
          <ac:chgData name="Hu Jingyu" userId="a629a903dcfda7ce" providerId="LiveId" clId="{6E42EEB3-0F62-4E46-9204-E82A6D0FFED7}" dt="2019-09-03T08:09:11.083" v="178" actId="1076"/>
          <ac:picMkLst>
            <pc:docMk/>
            <pc:sldMk cId="3765175752" sldId="395"/>
            <ac:picMk id="4" creationId="{56499835-0934-4054-9652-844B24E22FAD}"/>
          </ac:picMkLst>
        </pc:picChg>
      </pc:sldChg>
      <pc:sldChg chg="addSp modSp add">
        <pc:chgData name="Hu Jingyu" userId="a629a903dcfda7ce" providerId="LiveId" clId="{6E42EEB3-0F62-4E46-9204-E82A6D0FFED7}" dt="2019-09-03T07:49:29.969" v="96" actId="1076"/>
        <pc:sldMkLst>
          <pc:docMk/>
          <pc:sldMk cId="3104798851" sldId="396"/>
        </pc:sldMkLst>
        <pc:spChg chg="mod">
          <ac:chgData name="Hu Jingyu" userId="a629a903dcfda7ce" providerId="LiveId" clId="{6E42EEB3-0F62-4E46-9204-E82A6D0FFED7}" dt="2019-09-03T07:44:20.510" v="67"/>
          <ac:spMkLst>
            <pc:docMk/>
            <pc:sldMk cId="3104798851" sldId="396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47:00.617" v="86" actId="1076"/>
          <ac:spMkLst>
            <pc:docMk/>
            <pc:sldMk cId="3104798851" sldId="396"/>
            <ac:spMk id="3" creationId="{B3F138F4-DF61-44E0-8373-BCC62B0B9A6A}"/>
          </ac:spMkLst>
        </pc:spChg>
        <pc:spChg chg="add mod">
          <ac:chgData name="Hu Jingyu" userId="a629a903dcfda7ce" providerId="LiveId" clId="{6E42EEB3-0F62-4E46-9204-E82A6D0FFED7}" dt="2019-09-03T07:49:29.969" v="96" actId="1076"/>
          <ac:spMkLst>
            <pc:docMk/>
            <pc:sldMk cId="3104798851" sldId="396"/>
            <ac:spMk id="4" creationId="{ABBE1C4F-B617-4282-B5F3-90A960FA4AC9}"/>
          </ac:spMkLst>
        </pc:spChg>
      </pc:sldChg>
      <pc:sldChg chg="addSp modSp add">
        <pc:chgData name="Hu Jingyu" userId="a629a903dcfda7ce" providerId="LiveId" clId="{6E42EEB3-0F62-4E46-9204-E82A6D0FFED7}" dt="2019-09-03T07:40:34.012" v="64" actId="6549"/>
        <pc:sldMkLst>
          <pc:docMk/>
          <pc:sldMk cId="1362252455" sldId="397"/>
        </pc:sldMkLst>
        <pc:spChg chg="add mod">
          <ac:chgData name="Hu Jingyu" userId="a629a903dcfda7ce" providerId="LiveId" clId="{6E42EEB3-0F62-4E46-9204-E82A6D0FFED7}" dt="2019-09-03T07:40:34.012" v="64" actId="6549"/>
          <ac:spMkLst>
            <pc:docMk/>
            <pc:sldMk cId="1362252455" sldId="397"/>
            <ac:spMk id="3" creationId="{9D6FD71D-1783-4906-BAD2-55F550349ED9}"/>
          </ac:spMkLst>
        </pc:spChg>
      </pc:sldChg>
      <pc:sldChg chg="addSp modSp add">
        <pc:chgData name="Hu Jingyu" userId="a629a903dcfda7ce" providerId="LiveId" clId="{6E42EEB3-0F62-4E46-9204-E82A6D0FFED7}" dt="2019-09-03T07:57:50.068" v="150" actId="1076"/>
        <pc:sldMkLst>
          <pc:docMk/>
          <pc:sldMk cId="1270727125" sldId="398"/>
        </pc:sldMkLst>
        <pc:spChg chg="mod">
          <ac:chgData name="Hu Jingyu" userId="a629a903dcfda7ce" providerId="LiveId" clId="{6E42EEB3-0F62-4E46-9204-E82A6D0FFED7}" dt="2019-09-03T07:56:23.545" v="134"/>
          <ac:spMkLst>
            <pc:docMk/>
            <pc:sldMk cId="1270727125" sldId="398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7:44.342" v="149" actId="20577"/>
          <ac:spMkLst>
            <pc:docMk/>
            <pc:sldMk cId="1270727125" sldId="398"/>
            <ac:spMk id="3" creationId="{861B139A-06BA-4BA7-8A7C-31E34F99CDBE}"/>
          </ac:spMkLst>
        </pc:spChg>
        <pc:spChg chg="add mod">
          <ac:chgData name="Hu Jingyu" userId="a629a903dcfda7ce" providerId="LiveId" clId="{6E42EEB3-0F62-4E46-9204-E82A6D0FFED7}" dt="2019-09-03T07:57:50.068" v="150" actId="1076"/>
          <ac:spMkLst>
            <pc:docMk/>
            <pc:sldMk cId="1270727125" sldId="398"/>
            <ac:spMk id="4" creationId="{B4C0E018-C39A-44F2-9144-4D9620D5D158}"/>
          </ac:spMkLst>
        </pc:spChg>
      </pc:sldChg>
      <pc:sldChg chg="addSp modSp add">
        <pc:chgData name="Hu Jingyu" userId="a629a903dcfda7ce" providerId="LiveId" clId="{6E42EEB3-0F62-4E46-9204-E82A6D0FFED7}" dt="2019-09-03T07:59:11.116" v="170" actId="20577"/>
        <pc:sldMkLst>
          <pc:docMk/>
          <pc:sldMk cId="202885516" sldId="399"/>
        </pc:sldMkLst>
        <pc:spChg chg="mod">
          <ac:chgData name="Hu Jingyu" userId="a629a903dcfda7ce" providerId="LiveId" clId="{6E42EEB3-0F62-4E46-9204-E82A6D0FFED7}" dt="2019-09-03T07:57:16.504" v="144"/>
          <ac:spMkLst>
            <pc:docMk/>
            <pc:sldMk cId="202885516" sldId="399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9:11.116" v="170" actId="20577"/>
          <ac:spMkLst>
            <pc:docMk/>
            <pc:sldMk cId="202885516" sldId="399"/>
            <ac:spMk id="3" creationId="{80BF2900-A985-4096-A2CB-FA209A58A7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31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9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5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6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6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7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7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2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4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79" r:id="rId4"/>
    <p:sldLayoutId id="2147483680" r:id="rId5"/>
    <p:sldLayoutId id="2147483681" r:id="rId6"/>
    <p:sldLayoutId id="214748368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307251"/>
            <a:ext cx="10637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800" dirty="0" err="1">
                <a:latin typeface="Arial" panose="020B0604020202020204" pitchFamily="34" charset="0"/>
                <a:cs typeface="Arial" panose="020B0604020202020204" pitchFamily="34" charset="0"/>
              </a:rPr>
              <a:t>Nie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 D, Wang L, Xiang L, et al. </a:t>
            </a:r>
            <a:r>
              <a:rPr lang="en-US" altLang="zh-CN" sz="4800" dirty="0">
                <a:solidFill>
                  <a:srgbClr val="ED7D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Difficulty-aware attention network with confidence learning for medical image segmentation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[C]//Proceedings of the </a:t>
            </a:r>
            <a:r>
              <a:rPr lang="en-US" altLang="zh-CN" sz="4800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AAAI</a:t>
            </a:r>
            <a:r>
              <a:rPr lang="en-US" altLang="zh-CN" sz="4800" dirty="0">
                <a:latin typeface="Arial" panose="020B0604020202020204" pitchFamily="34" charset="0"/>
                <a:cs typeface="Arial" panose="020B0604020202020204" pitchFamily="34" charset="0"/>
              </a:rPr>
              <a:t> Conference on Artificial Intelligence. 2019, 33: 1085-1092.</a:t>
            </a:r>
            <a:endParaRPr lang="en-US" altLang="zh-CN" sz="13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350B59-A3A8-4AD6-B825-430150444B30}"/>
              </a:ext>
            </a:extLst>
          </p:cNvPr>
          <p:cNvSpPr txBox="1"/>
          <p:nvPr/>
        </p:nvSpPr>
        <p:spPr>
          <a:xfrm>
            <a:off x="9265920" y="5473531"/>
            <a:ext cx="2550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n-ea"/>
              </a:rPr>
              <a:t>2020.3.12</a:t>
            </a:r>
          </a:p>
          <a:p>
            <a:pPr algn="ctr"/>
            <a:r>
              <a:rPr lang="zh-CN" altLang="en-US" sz="3200" dirty="0">
                <a:latin typeface="+mn-ea"/>
              </a:rPr>
              <a:t>胡敬玉</a:t>
            </a:r>
          </a:p>
        </p:txBody>
      </p:sp>
    </p:spTree>
    <p:extLst>
      <p:ext uri="{BB962C8B-B14F-4D97-AF65-F5344CB8AC3E}">
        <p14:creationId xmlns:p14="http://schemas.microsoft.com/office/powerpoint/2010/main" val="130192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D2271A2-8FD4-4107-A907-1E5ABFB13271}"/>
              </a:ext>
            </a:extLst>
          </p:cNvPr>
          <p:cNvSpPr txBox="1"/>
          <p:nvPr/>
        </p:nvSpPr>
        <p:spPr>
          <a:xfrm>
            <a:off x="1239520" y="195615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论文背景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446CF7-BAF0-4125-80F6-A62DB5774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465" y="1888297"/>
            <a:ext cx="6601507" cy="381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28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CA393-8BDB-4612-8456-D3CBAF56DD64}"/>
              </a:ext>
            </a:extLst>
          </p:cNvPr>
          <p:cNvSpPr txBox="1"/>
          <p:nvPr/>
        </p:nvSpPr>
        <p:spPr>
          <a:xfrm>
            <a:off x="1239520" y="195615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出发点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0BAEB7-E037-4647-995C-25E7EF743ABB}"/>
              </a:ext>
            </a:extLst>
          </p:cNvPr>
          <p:cNvSpPr txBox="1"/>
          <p:nvPr/>
        </p:nvSpPr>
        <p:spPr>
          <a:xfrm>
            <a:off x="2366554" y="1063288"/>
            <a:ext cx="81272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Training of the network is inclined to be dominated by the easy-to-segment samples.</a:t>
            </a:r>
            <a:endParaRPr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D335BD-B977-4439-858A-B650C63ABF49}"/>
              </a:ext>
            </a:extLst>
          </p:cNvPr>
          <p:cNvSpPr txBox="1"/>
          <p:nvPr/>
        </p:nvSpPr>
        <p:spPr>
          <a:xfrm>
            <a:off x="2240280" y="4124960"/>
            <a:ext cx="853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Deep segmentation networks cannot properly handle the hard-to-segment samples (or regions)</a:t>
            </a:r>
            <a:endParaRPr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28C85458-3F95-4F2E-9610-62D8B9E60887}"/>
              </a:ext>
            </a:extLst>
          </p:cNvPr>
          <p:cNvSpPr/>
          <p:nvPr/>
        </p:nvSpPr>
        <p:spPr>
          <a:xfrm>
            <a:off x="5659120" y="3223622"/>
            <a:ext cx="670560" cy="85344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342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109544-944F-471F-A835-E9F068494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6428"/>
            <a:ext cx="12192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02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F8C95B6-57DF-421B-B9CB-E5AA391FC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090" y="1035368"/>
            <a:ext cx="8150025" cy="239363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658E49E-1283-4BC9-BCE7-29441F50DF76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Segmentation</a:t>
            </a:r>
            <a:r>
              <a:rPr lang="zh-CN" altLang="en-US" sz="3600" dirty="0">
                <a:solidFill>
                  <a:srgbClr val="000099"/>
                </a:solidFill>
              </a:rPr>
              <a:t> </a:t>
            </a:r>
            <a:r>
              <a:rPr lang="en-US" altLang="zh-CN" sz="3600" dirty="0">
                <a:solidFill>
                  <a:srgbClr val="000099"/>
                </a:solidFill>
              </a:rPr>
              <a:t>Network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188B238-FC00-4C94-B20C-FABF798EA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375" y="3024482"/>
            <a:ext cx="10088998" cy="20536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371C7A-8424-4B89-BC32-ECF5648A6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337" y="5014912"/>
            <a:ext cx="6633326" cy="108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48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0CC5C1-5361-442F-94DC-DA7BE7DFAFFA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Confidence</a:t>
            </a:r>
            <a:r>
              <a:rPr lang="zh-CN" altLang="en-US" sz="3600" dirty="0">
                <a:solidFill>
                  <a:srgbClr val="000099"/>
                </a:solidFill>
              </a:rPr>
              <a:t> </a:t>
            </a:r>
            <a:r>
              <a:rPr lang="en-US" altLang="zh-CN" sz="3600" dirty="0">
                <a:solidFill>
                  <a:srgbClr val="000099"/>
                </a:solidFill>
              </a:rPr>
              <a:t>Network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2ACE3C-5318-4585-B61A-E8A6821F6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002" y="1087755"/>
            <a:ext cx="7153275" cy="29146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FA9C16A-535B-4EFC-872E-F8B1FB442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451" y="4989195"/>
            <a:ext cx="604837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733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9D15B6-5678-4BAD-8C92-1E08AD966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49" y="1034415"/>
            <a:ext cx="8880099" cy="22320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C879680-AAE3-440E-8CB9-F9741BB4E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074" y="3763709"/>
            <a:ext cx="6869430" cy="241015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295D1B9-42F1-4D82-B360-342A066EB41C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000099"/>
                </a:solidFill>
              </a:rPr>
              <a:t>Difficulty-aware Attention</a:t>
            </a:r>
          </a:p>
        </p:txBody>
      </p:sp>
    </p:spTree>
    <p:extLst>
      <p:ext uri="{BB962C8B-B14F-4D97-AF65-F5344CB8AC3E}">
        <p14:creationId xmlns:p14="http://schemas.microsoft.com/office/powerpoint/2010/main" val="140915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DEED5B1-AB18-4A6E-BF8C-EA46D6B50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09" y="3544550"/>
            <a:ext cx="9377591" cy="8106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9EDB834-36FE-4B56-8F61-AEEA40E74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913" y="1893277"/>
            <a:ext cx="7827515" cy="94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24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06E221F-2594-4A4C-8F79-B4C52D6E3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733"/>
            <a:ext cx="12192000" cy="33405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EABCD14-2A09-4100-AB55-6D7A7ED9F348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</a:t>
            </a:r>
            <a:endParaRPr lang="en-US" altLang="zh-CN" sz="3600" dirty="0">
              <a:solidFill>
                <a:srgbClr val="000099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EEB9B2-E891-4104-A42D-E5C878362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9853"/>
            <a:ext cx="12192000" cy="334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3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F77086A-AB62-4088-B4DD-1B6FB0A61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7612"/>
            <a:ext cx="12192000" cy="39827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87F93BE-82C9-44BE-A428-39F22A9B6B94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</a:t>
            </a:r>
            <a:endParaRPr lang="en-US" altLang="zh-CN" sz="3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568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F7BB3D1-73F1-4750-A831-FE2585737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95" y="1566545"/>
            <a:ext cx="7105650" cy="47815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C8009F0-3B16-49E4-A62C-92660A46AE5F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</a:t>
            </a:r>
            <a:endParaRPr lang="en-US" altLang="zh-CN" sz="3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834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11AC07A-CA9D-4DE3-88E6-A5415FE5D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0" y="1402080"/>
            <a:ext cx="8736972" cy="465740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8E24F7A-10E3-4A35-8470-8BA359A40346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</a:t>
            </a:r>
            <a:endParaRPr lang="en-US" altLang="zh-CN" sz="3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308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B8AB48D-8450-4AAA-8042-7B483D2E69DC}"/>
              </a:ext>
            </a:extLst>
          </p:cNvPr>
          <p:cNvSpPr/>
          <p:nvPr/>
        </p:nvSpPr>
        <p:spPr>
          <a:xfrm>
            <a:off x="772160" y="1621919"/>
            <a:ext cx="1033272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Confidence Network </a:t>
            </a:r>
          </a:p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4400" dirty="0">
                <a:latin typeface="Arial" panose="020B0604020202020204" pitchFamily="34" charset="0"/>
                <a:cs typeface="Arial" panose="020B0604020202020204" pitchFamily="34" charset="0"/>
              </a:rPr>
              <a:t>Difficulty-aware attention mechanism was proposed to effectively address the easy-to segment sample dominance issue in a more structured way.</a:t>
            </a:r>
            <a:endParaRPr lang="zh-CN" alt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4E1A44-40DD-4CC1-A630-2DDAD37A2726}"/>
              </a:ext>
            </a:extLst>
          </p:cNvPr>
          <p:cNvSpPr txBox="1"/>
          <p:nvPr/>
        </p:nvSpPr>
        <p:spPr>
          <a:xfrm>
            <a:off x="1239520" y="195615"/>
            <a:ext cx="5364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总结</a:t>
            </a:r>
            <a:endParaRPr lang="en-US" altLang="zh-CN" sz="36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907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72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20217</TotalTime>
  <Words>110</Words>
  <Application>Microsoft Office PowerPoint</Application>
  <PresentationFormat>宽屏</PresentationFormat>
  <Paragraphs>18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微软雅黑</vt:lpstr>
      <vt:lpstr>Arial</vt:lpstr>
      <vt:lpstr>Segoe UI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Hu Jingyu</cp:lastModifiedBy>
  <cp:revision>1190</cp:revision>
  <dcterms:created xsi:type="dcterms:W3CDTF">2015-08-18T02:51:41Z</dcterms:created>
  <dcterms:modified xsi:type="dcterms:W3CDTF">2020-03-12T08:28:56Z</dcterms:modified>
  <cp:category/>
</cp:coreProperties>
</file>