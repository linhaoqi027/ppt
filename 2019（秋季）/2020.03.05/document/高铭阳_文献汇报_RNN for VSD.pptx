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12"/>
  </p:notesMasterIdLst>
  <p:sldIdLst>
    <p:sldId id="273" r:id="rId2"/>
    <p:sldId id="274" r:id="rId3"/>
    <p:sldId id="311" r:id="rId4"/>
    <p:sldId id="279" r:id="rId5"/>
    <p:sldId id="313" r:id="rId6"/>
    <p:sldId id="314" r:id="rId7"/>
    <p:sldId id="315" r:id="rId8"/>
    <p:sldId id="316" r:id="rId9"/>
    <p:sldId id="317" r:id="rId10"/>
    <p:sldId id="304" r:id="rId1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7055" autoAdjust="0"/>
  </p:normalViewPr>
  <p:slideViewPr>
    <p:cSldViewPr>
      <p:cViewPr varScale="1">
        <p:scale>
          <a:sx n="84" d="100"/>
          <a:sy n="84" d="100"/>
        </p:scale>
        <p:origin x="-142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7E7FD1-329C-442A-865F-606706CC9DFF}" type="datetimeFigureOut">
              <a:rPr lang="zh-CN" altLang="en-US" smtClean="0"/>
              <a:t>2020/3/4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F01851-CD6B-47E8-9DA1-B8AF7902D4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6389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2020/3/4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2020/3/4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2020/3/4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2020/3/4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2020/3/4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2020/3/4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2020/3/4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文献汇报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7448872" cy="1752600"/>
          </a:xfrm>
        </p:spPr>
        <p:txBody>
          <a:bodyPr>
            <a:normAutofit/>
          </a:bodyPr>
          <a:lstStyle/>
          <a:p>
            <a:r>
              <a:rPr lang="zh-CN" altLang="en-US" sz="2400" dirty="0" smtClean="0"/>
              <a:t>                                                      </a:t>
            </a:r>
            <a:endParaRPr lang="en-US" altLang="zh-CN" sz="2400" dirty="0" smtClean="0"/>
          </a:p>
          <a:p>
            <a:r>
              <a:rPr lang="en-US" altLang="zh-CN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                                              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高铭阳</a:t>
            </a:r>
            <a:endParaRPr lang="en-US" altLang="zh-CN" sz="2400" dirty="0" smtClean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  <a:p>
            <a:r>
              <a:rPr lang="en-US" altLang="zh-CN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                                                     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2020.03.05</a:t>
            </a:r>
            <a:endParaRPr lang="zh-CN" altLang="en-US" sz="2400" dirty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0231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99865"/>
            <a:ext cx="6217890" cy="137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348880"/>
            <a:ext cx="6902447" cy="32267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158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6457" y="1412776"/>
            <a:ext cx="86409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       为了</a:t>
            </a:r>
            <a:r>
              <a:rPr lang="zh-CN" altLang="en-US" dirty="0"/>
              <a:t>有效地</a:t>
            </a:r>
            <a:r>
              <a:rPr lang="zh-CN" altLang="en-US" dirty="0" smtClean="0"/>
              <a:t>利用大范围的运动上下文信息，提出</a:t>
            </a:r>
            <a:r>
              <a:rPr lang="zh-CN" altLang="en-US" dirty="0"/>
              <a:t>了一种基于视频的烟雾检测方法</a:t>
            </a:r>
            <a:r>
              <a:rPr lang="en-US" altLang="zh-CN" dirty="0"/>
              <a:t>——</a:t>
            </a:r>
            <a:r>
              <a:rPr lang="zh-CN" altLang="en-US" dirty="0"/>
              <a:t>递归神经网络</a:t>
            </a:r>
            <a:r>
              <a:rPr lang="en-US" altLang="zh-CN" dirty="0"/>
              <a:t>(RNNs)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         该</a:t>
            </a:r>
            <a:r>
              <a:rPr lang="zh-CN" altLang="en-US" dirty="0"/>
              <a:t>方法首先利用深度卷积运动空间网络捕获空间和运动上下文信息。然后利用时间池层和</a:t>
            </a:r>
            <a:r>
              <a:rPr lang="en-US" altLang="zh-CN" dirty="0"/>
              <a:t>RNNs</a:t>
            </a:r>
            <a:r>
              <a:rPr lang="zh-CN" altLang="en-US" dirty="0"/>
              <a:t>对烟雾模型进行有效训练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         更</a:t>
            </a:r>
            <a:r>
              <a:rPr lang="zh-CN" altLang="en-US" dirty="0"/>
              <a:t>具体地说，</a:t>
            </a:r>
            <a:r>
              <a:rPr lang="zh-CN" altLang="en-US" dirty="0" smtClean="0"/>
              <a:t>在模型</a:t>
            </a:r>
            <a:r>
              <a:rPr lang="zh-CN" altLang="en-US" dirty="0"/>
              <a:t>中，有两个独立的网络从源视频帧中学习空间表示和运动特征，分别称为空间网络和运动网络。最后，由于所提出的模型可以从源视频帧中学习空间表现和运动特征，所以我们选择在两个网络的全连接层之后融合相应的特征。此外，为了获得连续时间段的判别性运动上下文信息，通过</a:t>
            </a:r>
            <a:r>
              <a:rPr lang="en-US" altLang="zh-CN" dirty="0"/>
              <a:t>RNNs</a:t>
            </a:r>
            <a:r>
              <a:rPr lang="zh-CN" altLang="en-US" dirty="0"/>
              <a:t>对运动空间特征进行周期性的聚合，并通过时间池层增强</a:t>
            </a:r>
            <a:r>
              <a:rPr lang="en-US" altLang="zh-CN" dirty="0"/>
              <a:t>RNNs</a:t>
            </a:r>
            <a:r>
              <a:rPr lang="zh-CN" altLang="en-US" dirty="0"/>
              <a:t>，获得整个序列的长期上下文信息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95536" y="332656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方法概述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947392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332656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数据收集</a:t>
            </a:r>
            <a:endParaRPr lang="zh-CN" altLang="en-US" sz="20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686926" y="908720"/>
            <a:ext cx="75608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现有的广泛使用的数据集，如</a:t>
            </a:r>
            <a:r>
              <a:rPr lang="en-US" altLang="zh-CN" dirty="0" err="1"/>
              <a:t>b.c</a:t>
            </a:r>
            <a:r>
              <a:rPr lang="en-US" altLang="zh-CN" dirty="0"/>
              <a:t> </a:t>
            </a:r>
            <a:r>
              <a:rPr lang="en-US" altLang="zh-CN" dirty="0" err="1" smtClean="0"/>
              <a:t>Ko</a:t>
            </a:r>
            <a:r>
              <a:rPr lang="zh-CN" altLang="en-US" dirty="0" smtClean="0"/>
              <a:t>的、</a:t>
            </a:r>
            <a:r>
              <a:rPr lang="en-US" altLang="zh-CN" dirty="0" err="1" smtClean="0"/>
              <a:t>Toreyin</a:t>
            </a:r>
            <a:r>
              <a:rPr lang="zh-CN" altLang="en-US" dirty="0" smtClean="0"/>
              <a:t>等人的和</a:t>
            </a:r>
            <a:r>
              <a:rPr lang="en-US" altLang="zh-CN" dirty="0" err="1" smtClean="0"/>
              <a:t>R.Vezzani</a:t>
            </a:r>
            <a:r>
              <a:rPr lang="zh-CN" altLang="en-US" dirty="0" smtClean="0"/>
              <a:t>的 。</a:t>
            </a:r>
            <a:r>
              <a:rPr lang="zh-CN" altLang="en-US" dirty="0"/>
              <a:t>最大的数据集包含来自</a:t>
            </a:r>
            <a:r>
              <a:rPr lang="en-US" altLang="zh-CN" dirty="0" err="1"/>
              <a:t>Toreyin</a:t>
            </a:r>
            <a:r>
              <a:rPr lang="zh-CN" altLang="en-US" dirty="0"/>
              <a:t>等</a:t>
            </a:r>
            <a:r>
              <a:rPr lang="zh-CN" altLang="en-US" dirty="0" smtClean="0"/>
              <a:t>人的</a:t>
            </a:r>
            <a:r>
              <a:rPr lang="en-US" altLang="zh-CN" dirty="0"/>
              <a:t>20</a:t>
            </a:r>
            <a:r>
              <a:rPr lang="zh-CN" altLang="en-US" dirty="0"/>
              <a:t>个视频，平均每个视频不超过</a:t>
            </a:r>
            <a:r>
              <a:rPr lang="en-US" altLang="zh-CN" dirty="0"/>
              <a:t>3</a:t>
            </a:r>
            <a:r>
              <a:rPr lang="zh-CN" altLang="en-US" dirty="0"/>
              <a:t>分钟。</a:t>
            </a:r>
            <a:r>
              <a:rPr lang="en-US" altLang="zh-CN" dirty="0" err="1"/>
              <a:t>b.c</a:t>
            </a:r>
            <a:r>
              <a:rPr lang="en-US" altLang="zh-CN" dirty="0"/>
              <a:t> </a:t>
            </a:r>
            <a:r>
              <a:rPr lang="en-US" altLang="zh-CN" dirty="0" err="1" smtClean="0"/>
              <a:t>Ko</a:t>
            </a:r>
            <a:r>
              <a:rPr lang="zh-CN" altLang="en-US" dirty="0" smtClean="0"/>
              <a:t>的</a:t>
            </a:r>
            <a:r>
              <a:rPr lang="zh-CN" altLang="en-US" dirty="0"/>
              <a:t>数据集包含</a:t>
            </a:r>
            <a:r>
              <a:rPr lang="en-US" altLang="zh-CN" dirty="0"/>
              <a:t>16</a:t>
            </a:r>
            <a:r>
              <a:rPr lang="zh-CN" altLang="en-US" dirty="0"/>
              <a:t>个视频片段，而</a:t>
            </a:r>
            <a:r>
              <a:rPr lang="en-US" altLang="zh-CN" dirty="0" err="1" smtClean="0"/>
              <a:t>R</a:t>
            </a:r>
            <a:r>
              <a:rPr lang="en-US" altLang="zh-CN" dirty="0" err="1"/>
              <a:t>.</a:t>
            </a:r>
            <a:r>
              <a:rPr lang="en-US" altLang="zh-CN" dirty="0" err="1" smtClean="0"/>
              <a:t>Vezzani</a:t>
            </a:r>
            <a:r>
              <a:rPr lang="zh-CN" altLang="en-US" dirty="0" smtClean="0"/>
              <a:t>的</a:t>
            </a:r>
            <a:r>
              <a:rPr lang="zh-CN" altLang="en-US" dirty="0"/>
              <a:t>数据集中有</a:t>
            </a:r>
            <a:r>
              <a:rPr lang="en-US" altLang="zh-CN" dirty="0"/>
              <a:t>14</a:t>
            </a:r>
            <a:r>
              <a:rPr lang="zh-CN" altLang="en-US" dirty="0"/>
              <a:t>个视频片段。这些视频不能覆盖复杂的场景。为了模拟真实世界</a:t>
            </a:r>
            <a:r>
              <a:rPr lang="zh-CN" altLang="en-US" dirty="0" smtClean="0"/>
              <a:t>场景，</a:t>
            </a:r>
            <a:r>
              <a:rPr lang="zh-CN" altLang="en-US" dirty="0"/>
              <a:t>我们收集了大量的真实世界的视频通过搜索引擎使用关键字从网站。到目前为止，我们的数据集涵盖了来自不同城市的烟雾视频剪辑、复杂的真实场景和各种对象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665219"/>
            <a:ext cx="8915400" cy="401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0983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332656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数据收集</a:t>
            </a:r>
            <a:endParaRPr lang="zh-CN" altLang="en-US" sz="2000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676240"/>
            <a:ext cx="8915400" cy="355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7144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332656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数据收集</a:t>
            </a:r>
            <a:endParaRPr lang="zh-CN" altLang="en-US" sz="2000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7" y="1309687"/>
            <a:ext cx="8963025" cy="423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12376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332656"/>
            <a:ext cx="4320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网络结构</a:t>
            </a:r>
            <a:r>
              <a:rPr lang="en-US" altLang="zh-CN" sz="2000" b="1" dirty="0" smtClean="0"/>
              <a:t>——</a:t>
            </a:r>
            <a:r>
              <a:rPr lang="en-US" altLang="zh-CN" sz="2000" i="1" dirty="0" smtClean="0"/>
              <a:t>Motion </a:t>
            </a:r>
            <a:r>
              <a:rPr lang="en-US" altLang="zh-CN" sz="2000" i="1" dirty="0"/>
              <a:t>network</a:t>
            </a:r>
            <a:r>
              <a:rPr lang="en-US" altLang="zh-CN" sz="2000" dirty="0"/>
              <a:t> </a:t>
            </a:r>
            <a:endParaRPr lang="zh-CN" altLang="en-US" sz="2000" b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484784"/>
            <a:ext cx="7013929" cy="3528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10641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332656"/>
            <a:ext cx="4320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网络结构</a:t>
            </a:r>
            <a:r>
              <a:rPr lang="en-US" altLang="zh-CN" sz="2000" b="1" dirty="0" smtClean="0"/>
              <a:t>——</a:t>
            </a:r>
            <a:r>
              <a:rPr lang="en-US" altLang="zh-CN" sz="2000" i="1" dirty="0"/>
              <a:t>Space network</a:t>
            </a:r>
            <a:r>
              <a:rPr lang="en-US" altLang="zh-CN" sz="2000" dirty="0"/>
              <a:t> </a:t>
            </a:r>
            <a:endParaRPr lang="zh-CN" altLang="en-US" sz="2000" b="1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124744"/>
            <a:ext cx="7545410" cy="3024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95536" y="4565159"/>
            <a:ext cx="58326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网络结构</a:t>
            </a:r>
            <a:r>
              <a:rPr lang="en-US" altLang="zh-CN" sz="2000" b="1" dirty="0" smtClean="0"/>
              <a:t>——</a:t>
            </a:r>
            <a:r>
              <a:rPr lang="en-US" altLang="zh-CN" sz="2000" i="1" dirty="0"/>
              <a:t>Motion-space feature fusion</a:t>
            </a:r>
            <a:r>
              <a:rPr lang="en-US" altLang="zh-CN" sz="2000" dirty="0"/>
              <a:t> </a:t>
            </a:r>
            <a:endParaRPr lang="zh-CN" altLang="en-US" sz="2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827584" y="5157192"/>
            <a:ext cx="43204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</a:t>
            </a:r>
            <a:r>
              <a:rPr lang="zh-CN" altLang="en-US" dirty="0" smtClean="0"/>
              <a:t>、</a:t>
            </a:r>
            <a:r>
              <a:rPr lang="en-US" altLang="zh-CN" dirty="0" smtClean="0"/>
              <a:t>Concatenation </a:t>
            </a:r>
            <a:r>
              <a:rPr lang="en-US" altLang="zh-CN" dirty="0"/>
              <a:t>fusion</a:t>
            </a:r>
            <a:r>
              <a:rPr lang="en-US" altLang="zh-CN" dirty="0"/>
              <a:t> </a:t>
            </a:r>
            <a:br>
              <a:rPr lang="en-US" altLang="zh-CN" dirty="0"/>
            </a:br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smtClean="0"/>
              <a:t>Sum </a:t>
            </a:r>
            <a:r>
              <a:rPr lang="en-US" altLang="zh-CN" dirty="0"/>
              <a:t>fusion</a:t>
            </a:r>
            <a:r>
              <a:rPr lang="en-US" altLang="zh-CN" dirty="0"/>
              <a:t> </a:t>
            </a:r>
            <a:br>
              <a:rPr lang="en-US" altLang="zh-CN" dirty="0"/>
            </a:br>
            <a:r>
              <a:rPr lang="en-US" altLang="zh-CN" dirty="0" smtClean="0"/>
              <a:t>3</a:t>
            </a:r>
            <a:r>
              <a:rPr lang="zh-CN" altLang="en-US" dirty="0" smtClean="0"/>
              <a:t>、</a:t>
            </a:r>
            <a:r>
              <a:rPr lang="en-US" altLang="zh-CN" dirty="0" smtClean="0"/>
              <a:t>Max </a:t>
            </a:r>
            <a:r>
              <a:rPr lang="en-US" altLang="zh-CN" dirty="0"/>
              <a:t>fusion</a:t>
            </a:r>
            <a:r>
              <a:rPr lang="en-US" altLang="zh-CN" dirty="0"/>
              <a:t> </a:t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7444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332656"/>
            <a:ext cx="58326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网络结构</a:t>
            </a:r>
            <a:r>
              <a:rPr lang="en-US" altLang="zh-CN" sz="2000" b="1" dirty="0" smtClean="0"/>
              <a:t>——</a:t>
            </a:r>
            <a:r>
              <a:rPr lang="en-US" altLang="zh-CN" sz="2000" i="1" dirty="0"/>
              <a:t>Motion context information aggregation</a:t>
            </a:r>
            <a:r>
              <a:rPr lang="en-US" altLang="zh-CN" sz="2000" dirty="0"/>
              <a:t> </a:t>
            </a:r>
            <a:endParaRPr lang="zh-CN" altLang="en-US" sz="2000" b="1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196752"/>
            <a:ext cx="7536545" cy="4811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80592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87" y="581552"/>
            <a:ext cx="8366670" cy="223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266532"/>
            <a:ext cx="7949241" cy="253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25587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4689</TotalTime>
  <Words>332</Words>
  <Application>Microsoft Office PowerPoint</Application>
  <PresentationFormat>全屏显示(4:3)</PresentationFormat>
  <Paragraphs>19</Paragraphs>
  <Slides>10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1" baseType="lpstr">
      <vt:lpstr>Office 主题</vt:lpstr>
      <vt:lpstr>文献汇报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Ming Yang</dc:creator>
  <cp:lastModifiedBy>Ming Yang</cp:lastModifiedBy>
  <cp:revision>112</cp:revision>
  <dcterms:created xsi:type="dcterms:W3CDTF">2019-01-07T15:21:41Z</dcterms:created>
  <dcterms:modified xsi:type="dcterms:W3CDTF">2020-03-05T07:28:33Z</dcterms:modified>
</cp:coreProperties>
</file>