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3"/>
  </p:notesMasterIdLst>
  <p:sldIdLst>
    <p:sldId id="273" r:id="rId2"/>
    <p:sldId id="274" r:id="rId3"/>
    <p:sldId id="298" r:id="rId4"/>
    <p:sldId id="279" r:id="rId5"/>
    <p:sldId id="300" r:id="rId6"/>
    <p:sldId id="307" r:id="rId7"/>
    <p:sldId id="308" r:id="rId8"/>
    <p:sldId id="310" r:id="rId9"/>
    <p:sldId id="301" r:id="rId10"/>
    <p:sldId id="304" r:id="rId11"/>
    <p:sldId id="309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7055" autoAdjust="0"/>
  </p:normalViewPr>
  <p:slideViewPr>
    <p:cSldViewPr>
      <p:cViewPr varScale="1">
        <p:scale>
          <a:sx n="84" d="100"/>
          <a:sy n="84" d="100"/>
        </p:scale>
        <p:origin x="-142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E7FD1-329C-442A-865F-606706CC9DFF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01851-CD6B-47E8-9DA1-B8AF7902D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文献汇报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448872" cy="1752600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                                                      </a:t>
            </a:r>
            <a:endParaRPr lang="en-US" altLang="zh-CN" sz="2400" dirty="0" smtClean="0"/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高铭阳</a:t>
            </a:r>
            <a:endParaRPr lang="en-US" altLang="zh-CN" sz="2400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      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2020.01.15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023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88640"/>
            <a:ext cx="6696744" cy="145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772816"/>
            <a:ext cx="3841196" cy="4677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15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2175" y="1637030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视频中的物体检测会受到诸如运动模糊、视频散焦、奇特姿态等的影响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现有</a:t>
            </a:r>
            <a:r>
              <a:rPr lang="zh-CN" altLang="en-US" dirty="0"/>
              <a:t>的工作尝试从</a:t>
            </a:r>
            <a:r>
              <a:rPr lang="en-US" altLang="zh-CN" dirty="0"/>
              <a:t>box-level</a:t>
            </a:r>
            <a:r>
              <a:rPr lang="zh-CN" altLang="en-US" dirty="0" smtClean="0"/>
              <a:t>使用时序信息，首先</a:t>
            </a:r>
            <a:r>
              <a:rPr lang="zh-CN" altLang="en-US" dirty="0"/>
              <a:t>用物体检测器在单帧上进行检测，然后通过专用的后处理方法将这些</a:t>
            </a:r>
            <a:r>
              <a:rPr lang="en-US" altLang="zh-CN" dirty="0" err="1"/>
              <a:t>bbox</a:t>
            </a:r>
            <a:r>
              <a:rPr lang="zh-CN" altLang="en-US" dirty="0"/>
              <a:t>组合起来，后处理通常是通过现在的</a:t>
            </a:r>
            <a:r>
              <a:rPr lang="en-US" altLang="zh-CN" dirty="0"/>
              <a:t>motion estimation</a:t>
            </a:r>
            <a:r>
              <a:rPr lang="zh-CN" altLang="en-US" dirty="0"/>
              <a:t>的方法，例如光流，物体跟踪等。这些方法不会提高检测质量，性能的提升是来自启发式的后处理而不是有原则的学习过程。对于这类方法没有端到端的学习过程。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本文提出</a:t>
            </a:r>
            <a:r>
              <a:rPr lang="zh-CN" altLang="en-US" dirty="0"/>
              <a:t>了</a:t>
            </a:r>
            <a:r>
              <a:rPr lang="en-US" altLang="zh-CN" dirty="0"/>
              <a:t>FGFA</a:t>
            </a:r>
            <a:r>
              <a:rPr lang="zh-CN" altLang="en-US" dirty="0"/>
              <a:t>，在</a:t>
            </a:r>
            <a:r>
              <a:rPr lang="en-US" altLang="zh-CN" dirty="0"/>
              <a:t>frame-level</a:t>
            </a:r>
            <a:r>
              <a:rPr lang="zh-CN" altLang="en-US" dirty="0" smtClean="0"/>
              <a:t>使用时序信息</a:t>
            </a:r>
            <a:r>
              <a:rPr lang="zh-CN" altLang="en-US" dirty="0"/>
              <a:t>。它将相邻帧在</a:t>
            </a:r>
            <a:r>
              <a:rPr lang="en-US" altLang="zh-CN" dirty="0"/>
              <a:t>motion paths</a:t>
            </a:r>
            <a:r>
              <a:rPr lang="zh-CN" altLang="en-US" dirty="0"/>
              <a:t>上的特征聚合到当前帧的特征中，因此提高了视频识别的精度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背景介绍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420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不同类型的视频退化</a:t>
            </a:r>
            <a:endParaRPr lang="zh-CN" altLang="en-US" sz="2000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72" y="1052736"/>
            <a:ext cx="6457950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098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系统组成</a:t>
            </a:r>
            <a:r>
              <a:rPr lang="en-US" altLang="zh-CN" sz="2000" dirty="0" smtClean="0"/>
              <a:t> 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052736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一、</a:t>
            </a:r>
            <a:r>
              <a:rPr lang="en-US" altLang="zh-CN" b="1" dirty="0"/>
              <a:t>Flow-guided warping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631" y="1967450"/>
            <a:ext cx="6172200" cy="367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483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系统组成</a:t>
            </a:r>
            <a:r>
              <a:rPr lang="en-US" altLang="zh-CN" sz="2000" dirty="0" smtClean="0"/>
              <a:t> 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11066" y="897764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二、</a:t>
            </a:r>
            <a:r>
              <a:rPr lang="en-US" altLang="zh-CN" b="1" dirty="0"/>
              <a:t>Feature aggregation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84784"/>
            <a:ext cx="6372225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946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系统组成</a:t>
            </a:r>
            <a:r>
              <a:rPr lang="en-US" altLang="zh-CN" sz="2000" dirty="0" smtClean="0"/>
              <a:t> 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11066" y="897764"/>
            <a:ext cx="85689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二、</a:t>
            </a:r>
            <a:r>
              <a:rPr lang="en-US" altLang="zh-CN" b="1" dirty="0"/>
              <a:t>Feature </a:t>
            </a:r>
            <a:r>
              <a:rPr lang="en-US" altLang="zh-CN" b="1" dirty="0" smtClean="0"/>
              <a:t>aggregation</a:t>
            </a:r>
          </a:p>
          <a:p>
            <a:r>
              <a:rPr lang="en-US" altLang="zh-CN" b="1" dirty="0" smtClean="0"/>
              <a:t>                      ——Adaptive </a:t>
            </a:r>
            <a:r>
              <a:rPr lang="en-US" altLang="zh-CN" b="1" dirty="0"/>
              <a:t>weight. </a:t>
            </a:r>
            <a:endParaRPr lang="en-US" altLang="zh-CN" b="1" dirty="0" smtClean="0"/>
          </a:p>
          <a:p>
            <a:endParaRPr lang="en-US" altLang="zh-CN" b="1" dirty="0"/>
          </a:p>
          <a:p>
            <a:endParaRPr lang="en-US" altLang="zh-CN" b="1" dirty="0" smtClean="0"/>
          </a:p>
          <a:p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权重用于表示</a:t>
            </a:r>
            <a:r>
              <a:rPr lang="zh-CN" altLang="en-US" dirty="0" smtClean="0"/>
              <a:t>所有帧                         对于参考帧在</a:t>
            </a:r>
            <a:r>
              <a:rPr lang="zh-CN" altLang="en-US" dirty="0"/>
              <a:t>每个空间位置上的重要程度。 </a:t>
            </a:r>
            <a:br>
              <a:rPr lang="zh-CN" altLang="en-US" dirty="0"/>
            </a:br>
            <a:r>
              <a:rPr lang="zh-CN" altLang="en-US" dirty="0"/>
              <a:t>特别地，在位置</a:t>
            </a:r>
            <a:r>
              <a:rPr lang="en-US" altLang="zh-CN" i="1" dirty="0"/>
              <a:t>P</a:t>
            </a:r>
            <a:r>
              <a:rPr lang="en-US" altLang="zh-CN" dirty="0"/>
              <a:t>,</a:t>
            </a:r>
            <a:r>
              <a:rPr lang="zh-CN" altLang="en-US" dirty="0"/>
              <a:t>如果</a:t>
            </a:r>
            <a:r>
              <a:rPr lang="en-US" altLang="zh-CN" dirty="0"/>
              <a:t>warped features </a:t>
            </a:r>
            <a:r>
              <a:rPr lang="en-US" altLang="zh-CN" i="1" dirty="0"/>
              <a:t> </a:t>
            </a:r>
            <a:r>
              <a:rPr lang="en-US" altLang="zh-CN" i="1" dirty="0" smtClean="0"/>
              <a:t>          </a:t>
            </a:r>
            <a:r>
              <a:rPr lang="zh-CN" altLang="en-US" dirty="0" smtClean="0"/>
              <a:t>和         很</a:t>
            </a:r>
            <a:r>
              <a:rPr lang="zh-CN" altLang="en-US" dirty="0"/>
              <a:t>相近，则它会被赋予一个大的权重，反之则</a:t>
            </a:r>
            <a:r>
              <a:rPr lang="zh-CN" altLang="en-US" dirty="0" smtClean="0"/>
              <a:t>相反。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这里</a:t>
            </a:r>
            <a:r>
              <a:rPr lang="zh-CN" altLang="en-US" dirty="0"/>
              <a:t>我们使用余弦相近矩阵来衡量</a:t>
            </a:r>
            <a:r>
              <a:rPr lang="en-US" altLang="zh-CN" dirty="0"/>
              <a:t>warped features</a:t>
            </a:r>
            <a:r>
              <a:rPr lang="zh-CN" altLang="en-US" dirty="0"/>
              <a:t>和从当前帧得到的</a:t>
            </a:r>
            <a:r>
              <a:rPr lang="en-US" altLang="zh-CN" dirty="0"/>
              <a:t>features</a:t>
            </a:r>
            <a:r>
              <a:rPr lang="zh-CN" altLang="en-US" dirty="0"/>
              <a:t>之间的相似度。另外，我们不直接使用卷积</a:t>
            </a:r>
            <a:r>
              <a:rPr lang="zh-CN" altLang="en-US" dirty="0" smtClean="0"/>
              <a:t>特征         和         </a:t>
            </a:r>
            <a:r>
              <a:rPr lang="en-US" altLang="zh-CN" dirty="0" smtClean="0"/>
              <a:t>,</a:t>
            </a:r>
            <a:r>
              <a:rPr lang="zh-CN" altLang="en-US" dirty="0"/>
              <a:t>而是使用一个小的全卷积网络，将</a:t>
            </a:r>
            <a:r>
              <a:rPr lang="zh-CN" altLang="en-US" dirty="0" smtClean="0"/>
              <a:t>特征      和</a:t>
            </a:r>
            <a:r>
              <a:rPr lang="en-US" altLang="zh-CN" i="1" dirty="0" smtClean="0"/>
              <a:t>            </a:t>
            </a:r>
            <a:r>
              <a:rPr lang="zh-CN" altLang="en-US" dirty="0" smtClean="0"/>
              <a:t>映射</a:t>
            </a:r>
            <a:r>
              <a:rPr lang="zh-CN" altLang="en-US" dirty="0"/>
              <a:t>到新的</a:t>
            </a:r>
            <a:r>
              <a:rPr lang="en-US" altLang="zh-CN" dirty="0"/>
              <a:t>embedding</a:t>
            </a:r>
            <a:r>
              <a:rPr lang="zh-CN" altLang="en-US" dirty="0"/>
              <a:t>进行相似度度量。</a:t>
            </a:r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371162"/>
            <a:ext cx="1291191" cy="234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636228"/>
            <a:ext cx="547404" cy="215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439" y="2653275"/>
            <a:ext cx="433104" cy="199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365" y="3717032"/>
            <a:ext cx="547404" cy="215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375" y="3732409"/>
            <a:ext cx="433104" cy="199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989687"/>
            <a:ext cx="547404" cy="215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005064"/>
            <a:ext cx="433104" cy="199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092" y="4797152"/>
            <a:ext cx="436245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403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系统组成</a:t>
            </a:r>
            <a:r>
              <a:rPr lang="en-US" altLang="zh-CN" sz="2000" dirty="0" smtClean="0"/>
              <a:t> </a:t>
            </a:r>
            <a:endParaRPr lang="zh-CN" altLang="en-US" sz="2000" b="1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43643"/>
            <a:ext cx="4791075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706" y="4040513"/>
            <a:ext cx="462915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606" y="4797152"/>
            <a:ext cx="4705350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864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Memory Module</a:t>
            </a:r>
            <a:endParaRPr lang="zh-CN" altLang="en-US" sz="20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910654"/>
            <a:ext cx="6667500" cy="566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072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92696"/>
            <a:ext cx="8566150" cy="307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09" y="4293096"/>
            <a:ext cx="852805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558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72" y="476672"/>
            <a:ext cx="8342209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638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3261</TotalTime>
  <Words>184</Words>
  <Application>Microsoft Office PowerPoint</Application>
  <PresentationFormat>全屏显示(4:3)</PresentationFormat>
  <Paragraphs>25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Office 主题</vt:lpstr>
      <vt:lpstr>文献汇报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 Yang</dc:creator>
  <cp:lastModifiedBy>Ming Yang</cp:lastModifiedBy>
  <cp:revision>104</cp:revision>
  <dcterms:created xsi:type="dcterms:W3CDTF">2019-01-07T15:21:41Z</dcterms:created>
  <dcterms:modified xsi:type="dcterms:W3CDTF">2020-01-16T02:50:47Z</dcterms:modified>
</cp:coreProperties>
</file>