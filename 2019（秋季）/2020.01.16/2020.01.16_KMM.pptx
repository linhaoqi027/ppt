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53" autoAdjust="0"/>
  </p:normalViewPr>
  <p:slideViewPr>
    <p:cSldViewPr snapToGrid="0">
      <p:cViewPr varScale="1">
        <p:scale>
          <a:sx n="57" d="100"/>
          <a:sy n="57" d="100"/>
        </p:scale>
        <p:origin x="154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5CF03-CFA1-4F9D-9E4F-D21BC8F0BA2A}" type="datetimeFigureOut">
              <a:rPr lang="zh-CN" altLang="en-US" smtClean="0"/>
              <a:t>2020/1/16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1BF7B-DA95-4AFD-897F-95B244A20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35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本文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不把空间注意力用于高级特征，因为高级特征包含高抽象语义，没有必要过滤空间信息。同时，对低级特征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没有使用通道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力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，因为低级特征的不同通道之间几乎没有语义区别。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1BF7B-DA95-4AFD-897F-95B244A20B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13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1BF7B-DA95-4AFD-897F-95B244A20B7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554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1BF7B-DA95-4AFD-897F-95B244A20B7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132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1BF7B-DA95-4AFD-897F-95B244A20B7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70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1BF7B-DA95-4AFD-897F-95B244A20B7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715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5940152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365500" y="296900"/>
            <a:ext cx="7344618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1071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77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43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97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50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39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154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606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60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73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94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00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6293224" y="4371242"/>
            <a:ext cx="2283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康萌萌</a:t>
            </a:r>
            <a:endParaRPr lang="en-US" altLang="zh-CN" sz="20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/>
            <a:r>
              <a:rPr lang="en-US" altLang="zh-CN" sz="2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2020.1.16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1162" y="2832269"/>
            <a:ext cx="8356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2"/>
                </a:solidFill>
              </a:rPr>
              <a:t>文献汇报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97147" y="3576763"/>
            <a:ext cx="1706950" cy="2265198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 rot="19372238">
            <a:off x="1571896" y="-115346"/>
            <a:ext cx="6946439" cy="694643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 rot="19380000">
            <a:off x="885831" y="1225703"/>
            <a:ext cx="2088232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7607845" y="480282"/>
            <a:ext cx="968742" cy="128556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062822" y="4848906"/>
            <a:ext cx="438448" cy="58183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1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34C8DB3-027B-4277-AE27-083A108FDAFF}"/>
              </a:ext>
            </a:extLst>
          </p:cNvPr>
          <p:cNvCxnSpPr/>
          <p:nvPr/>
        </p:nvCxnSpPr>
        <p:spPr>
          <a:xfrm>
            <a:off x="0" y="647272"/>
            <a:ext cx="9144000" cy="0"/>
          </a:xfrm>
          <a:prstGeom prst="line">
            <a:avLst/>
          </a:prstGeom>
          <a:ln w="6350"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43FDA762-AAC3-4595-818F-3A56C300A7DB}"/>
              </a:ext>
            </a:extLst>
          </p:cNvPr>
          <p:cNvSpPr/>
          <p:nvPr/>
        </p:nvSpPr>
        <p:spPr>
          <a:xfrm>
            <a:off x="7616283" y="229930"/>
            <a:ext cx="13805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CVPR,2019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FA065F-B09A-4E3F-BDA0-180259A99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6341"/>
            <a:ext cx="9144000" cy="175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6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34C8DB3-027B-4277-AE27-083A108FDAFF}"/>
              </a:ext>
            </a:extLst>
          </p:cNvPr>
          <p:cNvCxnSpPr/>
          <p:nvPr/>
        </p:nvCxnSpPr>
        <p:spPr>
          <a:xfrm>
            <a:off x="0" y="647272"/>
            <a:ext cx="9144000" cy="0"/>
          </a:xfrm>
          <a:prstGeom prst="line">
            <a:avLst/>
          </a:prstGeom>
          <a:ln w="6350"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0AF0BC64-5935-4F15-8C38-C5ACF0CF739D}"/>
              </a:ext>
            </a:extLst>
          </p:cNvPr>
          <p:cNvSpPr/>
          <p:nvPr/>
        </p:nvSpPr>
        <p:spPr>
          <a:xfrm>
            <a:off x="123414" y="210218"/>
            <a:ext cx="8915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引 言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A809F5E-1AFD-4A69-A1CB-0F19B8500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80238"/>
            <a:ext cx="6773204" cy="558719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2F8B122-A921-444E-B5B1-6C158B3A8033}"/>
              </a:ext>
            </a:extLst>
          </p:cNvPr>
          <p:cNvSpPr/>
          <p:nvPr/>
        </p:nvSpPr>
        <p:spPr>
          <a:xfrm>
            <a:off x="6773204" y="1084327"/>
            <a:ext cx="252691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Liberation Serif"/>
                <a:ea typeface="Source Han Sans Regular"/>
                <a:cs typeface="DejaVu Sans"/>
              </a:rPr>
              <a:t>（</a:t>
            </a:r>
            <a:r>
              <a:rPr lang="en-US" altLang="zh-CN" dirty="0">
                <a:latin typeface="Liberation Serif"/>
                <a:ea typeface="Source Han Sans Regular"/>
                <a:cs typeface="DejaVu Sans"/>
              </a:rPr>
              <a:t>1</a:t>
            </a:r>
            <a:r>
              <a:rPr lang="zh-CN" altLang="en-US" dirty="0">
                <a:latin typeface="Liberation Serif"/>
                <a:ea typeface="Source Han Sans Regular"/>
                <a:cs typeface="DejaVu Sans"/>
              </a:rPr>
              <a:t>）</a:t>
            </a:r>
            <a:r>
              <a:rPr lang="zh-CN" altLang="zh-CN" dirty="0">
                <a:latin typeface="Liberation Serif"/>
                <a:ea typeface="Source Han Sans Regular"/>
                <a:cs typeface="DejaVu Sans"/>
              </a:rPr>
              <a:t>通过跨模</a:t>
            </a:r>
            <a:r>
              <a:rPr lang="zh-CN" altLang="zh-CN" dirty="0">
                <a:ea typeface="宋体" panose="02010600030101010101" pitchFamily="2" charset="-122"/>
                <a:cs typeface="宋体" panose="02010600030101010101" pitchFamily="2" charset="-122"/>
              </a:rPr>
              <a:t>态</a:t>
            </a:r>
            <a:r>
              <a:rPr lang="zh-CN" altLang="zh-CN" dirty="0">
                <a:latin typeface="Liberation Serif"/>
                <a:ea typeface="Source Han Sans Regular"/>
                <a:cs typeface="DejaVu Sans"/>
              </a:rPr>
              <a:t>翻译过程来增强对</a:t>
            </a:r>
            <a:r>
              <a:rPr lang="en-US" altLang="zh-CN" dirty="0">
                <a:latin typeface="Liberation Serif"/>
                <a:ea typeface="Source Han Sans Regular"/>
                <a:cs typeface="DejaVu Sans"/>
              </a:rPr>
              <a:t>RGB/D</a:t>
            </a:r>
            <a:r>
              <a:rPr lang="zh-CN" altLang="zh-CN" dirty="0">
                <a:latin typeface="Liberation Serif"/>
                <a:ea typeface="Source Han Sans Regular"/>
                <a:cs typeface="DejaVu Sans"/>
              </a:rPr>
              <a:t>单</a:t>
            </a:r>
            <a:r>
              <a:rPr lang="zh-CN" altLang="en-US" dirty="0">
                <a:latin typeface="Liberation Serif"/>
                <a:ea typeface="Source Han Sans Regular"/>
                <a:cs typeface="DejaVu Sans"/>
              </a:rPr>
              <a:t>模态</a:t>
            </a:r>
            <a:r>
              <a:rPr lang="zh-CN" altLang="zh-CN" dirty="0">
                <a:latin typeface="Liberation Serif"/>
                <a:ea typeface="Source Han Sans Regular"/>
                <a:cs typeface="DejaVu Sans"/>
              </a:rPr>
              <a:t>网络的</a:t>
            </a:r>
            <a:r>
              <a:rPr lang="zh-CN" altLang="en-US" dirty="0">
                <a:latin typeface="Liberation Serif"/>
                <a:ea typeface="Source Han Sans Regular"/>
                <a:cs typeface="DejaVu Sans"/>
              </a:rPr>
              <a:t>判别</a:t>
            </a:r>
            <a:r>
              <a:rPr lang="zh-CN" altLang="zh-CN" dirty="0">
                <a:latin typeface="Liberation Serif"/>
                <a:ea typeface="Source Han Sans Regular"/>
                <a:cs typeface="DejaVu Sans"/>
              </a:rPr>
              <a:t>力</a:t>
            </a:r>
            <a:r>
              <a:rPr lang="zh-CN" altLang="en-US" dirty="0">
                <a:latin typeface="Liberation Serif"/>
                <a:ea typeface="Source Han Sans Regular"/>
                <a:cs typeface="DejaVu Sans"/>
              </a:rPr>
              <a:t>。</a:t>
            </a:r>
            <a:endParaRPr lang="en-US" altLang="zh-CN" dirty="0">
              <a:latin typeface="Liberation Serif"/>
              <a:ea typeface="Source Han Sans Regular"/>
              <a:cs typeface="DejaVu Sans"/>
            </a:endParaRPr>
          </a:p>
          <a:p>
            <a:endParaRPr lang="en-US" altLang="zh-CN" dirty="0">
              <a:latin typeface="Liberation Serif"/>
            </a:endParaRPr>
          </a:p>
          <a:p>
            <a:endParaRPr lang="en-US" altLang="zh-CN" dirty="0">
              <a:latin typeface="Liberation Serif"/>
            </a:endParaRPr>
          </a:p>
          <a:p>
            <a:r>
              <a:rPr lang="zh-CN" altLang="en-US" dirty="0">
                <a:latin typeface="Liberation Serif"/>
              </a:rPr>
              <a:t>（</a:t>
            </a:r>
            <a:r>
              <a:rPr lang="en-US" altLang="zh-CN" dirty="0">
                <a:latin typeface="Liberation Serif"/>
              </a:rPr>
              <a:t>2</a:t>
            </a:r>
            <a:r>
              <a:rPr lang="zh-CN" altLang="en-US" dirty="0">
                <a:latin typeface="Liberation Serif"/>
              </a:rPr>
              <a:t>）利用生成数据扩充训练样本。</a:t>
            </a:r>
            <a:endParaRPr lang="en-US" altLang="zh-CN" dirty="0">
              <a:latin typeface="Liberation Serif"/>
            </a:endParaRPr>
          </a:p>
          <a:p>
            <a:endParaRPr lang="en-US" altLang="zh-CN" dirty="0">
              <a:latin typeface="Liberation Serif"/>
            </a:endParaRPr>
          </a:p>
          <a:p>
            <a:endParaRPr lang="en-US" altLang="zh-CN" dirty="0">
              <a:latin typeface="Liberation Serif"/>
            </a:endParaRPr>
          </a:p>
          <a:p>
            <a:endParaRPr lang="en-US" altLang="zh-CN" dirty="0">
              <a:latin typeface="Liberation Serif"/>
            </a:endParaRPr>
          </a:p>
          <a:p>
            <a:endParaRPr lang="zh-CN" altLang="en-US" dirty="0">
              <a:latin typeface="Liberation Serif"/>
            </a:endParaRPr>
          </a:p>
          <a:p>
            <a:r>
              <a:rPr lang="en-US" altLang="zh-CN" dirty="0">
                <a:latin typeface="Liberation Serif"/>
              </a:rPr>
              <a:t>RGB&gt;&gt;D</a:t>
            </a:r>
            <a:r>
              <a:rPr lang="zh-CN" altLang="en-US" dirty="0">
                <a:latin typeface="Liberation Serif"/>
              </a:rPr>
              <a:t>：</a:t>
            </a:r>
            <a:r>
              <a:rPr lang="zh-CN" altLang="zh-CN" dirty="0"/>
              <a:t>对几何和外观不变</a:t>
            </a:r>
            <a:r>
              <a:rPr lang="zh-CN" altLang="en-US" dirty="0"/>
              <a:t>性</a:t>
            </a:r>
            <a:endParaRPr lang="en-US" altLang="zh-CN" dirty="0"/>
          </a:p>
          <a:p>
            <a:endParaRPr lang="en-US" altLang="zh-CN" dirty="0">
              <a:latin typeface="Liberation Serif"/>
            </a:endParaRPr>
          </a:p>
          <a:p>
            <a:r>
              <a:rPr lang="en-US" altLang="zh-CN" dirty="0">
                <a:latin typeface="Liberation Serif"/>
              </a:rPr>
              <a:t>D&gt;&gt;RGB</a:t>
            </a:r>
            <a:r>
              <a:rPr lang="zh-CN" altLang="en-US" dirty="0">
                <a:latin typeface="Liberation Serif"/>
              </a:rPr>
              <a:t>：具有</a:t>
            </a:r>
            <a:r>
              <a:rPr lang="zh-CN" altLang="zh-CN" dirty="0"/>
              <a:t>颜色和纹理</a:t>
            </a:r>
            <a:r>
              <a:rPr lang="zh-CN" altLang="en-US" dirty="0"/>
              <a:t>信息</a:t>
            </a:r>
            <a:endParaRPr lang="en-US" altLang="zh-CN" dirty="0">
              <a:latin typeface="Liberation Serif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5F78F8-69B8-4727-8E0C-01C239892F92}"/>
              </a:ext>
            </a:extLst>
          </p:cNvPr>
          <p:cNvCxnSpPr>
            <a:cxnSpLocks/>
          </p:cNvCxnSpPr>
          <p:nvPr/>
        </p:nvCxnSpPr>
        <p:spPr>
          <a:xfrm>
            <a:off x="6773203" y="647272"/>
            <a:ext cx="1" cy="6210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34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34C8DB3-027B-4277-AE27-083A108FDAFF}"/>
              </a:ext>
            </a:extLst>
          </p:cNvPr>
          <p:cNvCxnSpPr/>
          <p:nvPr/>
        </p:nvCxnSpPr>
        <p:spPr>
          <a:xfrm>
            <a:off x="0" y="647272"/>
            <a:ext cx="9144000" cy="0"/>
          </a:xfrm>
          <a:prstGeom prst="line">
            <a:avLst/>
          </a:prstGeom>
          <a:ln w="6350"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72E331ED-8C2E-4B5E-B6AD-4B1B82203259}"/>
              </a:ext>
            </a:extLst>
          </p:cNvPr>
          <p:cNvSpPr/>
          <p:nvPr/>
        </p:nvSpPr>
        <p:spPr>
          <a:xfrm>
            <a:off x="194310" y="183943"/>
            <a:ext cx="1618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/>
              <a:t>TRecgNet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54B1D5-84D5-4EAD-97C7-DBEE8C6F07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53" t="4394"/>
          <a:stretch/>
        </p:blipFill>
        <p:spPr>
          <a:xfrm>
            <a:off x="57524" y="2241398"/>
            <a:ext cx="9028952" cy="41705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AF1FF8F-F1A9-4C83-B5F0-4026961E5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513" y="183943"/>
            <a:ext cx="3954963" cy="187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3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34C8DB3-027B-4277-AE27-083A108FDAFF}"/>
              </a:ext>
            </a:extLst>
          </p:cNvPr>
          <p:cNvCxnSpPr/>
          <p:nvPr/>
        </p:nvCxnSpPr>
        <p:spPr>
          <a:xfrm>
            <a:off x="0" y="647272"/>
            <a:ext cx="9144000" cy="0"/>
          </a:xfrm>
          <a:prstGeom prst="line">
            <a:avLst/>
          </a:prstGeom>
          <a:ln w="6350"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72E331ED-8C2E-4B5E-B6AD-4B1B82203259}"/>
              </a:ext>
            </a:extLst>
          </p:cNvPr>
          <p:cNvSpPr/>
          <p:nvPr/>
        </p:nvSpPr>
        <p:spPr>
          <a:xfrm>
            <a:off x="194310" y="183943"/>
            <a:ext cx="1618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/>
              <a:t>TRecgNet</a:t>
            </a:r>
            <a:endParaRPr lang="zh-CN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214DA7-0FFE-4902-B890-F2BF45A746BF}"/>
              </a:ext>
            </a:extLst>
          </p:cNvPr>
          <p:cNvSpPr/>
          <p:nvPr/>
        </p:nvSpPr>
        <p:spPr>
          <a:xfrm>
            <a:off x="468087" y="897894"/>
            <a:ext cx="5464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、Layer-wise Content Supervised Translation：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6DB88E-49B1-4610-B499-B226C4E5C020}"/>
              </a:ext>
            </a:extLst>
          </p:cNvPr>
          <p:cNvSpPr/>
          <p:nvPr/>
        </p:nvSpPr>
        <p:spPr>
          <a:xfrm>
            <a:off x="468087" y="1417316"/>
            <a:ext cx="68632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C</a:t>
            </a:r>
            <a:r>
              <a:rPr lang="zh-CN" altLang="en-US" sz="1600" dirty="0"/>
              <a:t>onstrain layer1-layer4 in ResNet by L1 loss: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45FBCF-47A7-4A3A-91A7-16EA95286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" y="1785218"/>
            <a:ext cx="4555823" cy="6925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12E13CF-6E44-43DA-8066-587AB1101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278" y="2449879"/>
            <a:ext cx="4076585" cy="65392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088EB90-C7DE-4621-8BBF-C4B0FBDA6867}"/>
              </a:ext>
            </a:extLst>
          </p:cNvPr>
          <p:cNvSpPr/>
          <p:nvPr/>
        </p:nvSpPr>
        <p:spPr>
          <a:xfrm>
            <a:off x="5362544" y="2606114"/>
            <a:ext cx="1968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 α,β set as 10, 1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B72CA4A-4A07-4A08-B124-B925318F5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39" y="3780446"/>
            <a:ext cx="6065102" cy="233776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CDD31DF-6364-43A3-A8FD-64213E21A35E}"/>
              </a:ext>
            </a:extLst>
          </p:cNvPr>
          <p:cNvSpPr/>
          <p:nvPr/>
        </p:nvSpPr>
        <p:spPr>
          <a:xfrm>
            <a:off x="468087" y="3409449"/>
            <a:ext cx="5464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Fusion</a:t>
            </a:r>
            <a:r>
              <a:rPr lang="zh-CN" altLang="en-US" dirty="0"/>
              <a:t>： </a:t>
            </a:r>
          </a:p>
        </p:txBody>
      </p:sp>
    </p:spTree>
    <p:extLst>
      <p:ext uri="{BB962C8B-B14F-4D97-AF65-F5344CB8AC3E}">
        <p14:creationId xmlns:p14="http://schemas.microsoft.com/office/powerpoint/2010/main" val="426621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34C8DB3-027B-4277-AE27-083A108FDAFF}"/>
              </a:ext>
            </a:extLst>
          </p:cNvPr>
          <p:cNvCxnSpPr/>
          <p:nvPr/>
        </p:nvCxnSpPr>
        <p:spPr>
          <a:xfrm>
            <a:off x="0" y="647272"/>
            <a:ext cx="9144000" cy="0"/>
          </a:xfrm>
          <a:prstGeom prst="line">
            <a:avLst/>
          </a:prstGeom>
          <a:ln w="6350"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72E331ED-8C2E-4B5E-B6AD-4B1B82203259}"/>
              </a:ext>
            </a:extLst>
          </p:cNvPr>
          <p:cNvSpPr/>
          <p:nvPr/>
        </p:nvSpPr>
        <p:spPr>
          <a:xfrm>
            <a:off x="194310" y="18394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实验结果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4917B02-3991-479D-A4B0-AED6BDDF2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540" y="1159437"/>
            <a:ext cx="5880056" cy="453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1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34C8DB3-027B-4277-AE27-083A108FDAFF}"/>
              </a:ext>
            </a:extLst>
          </p:cNvPr>
          <p:cNvCxnSpPr/>
          <p:nvPr/>
        </p:nvCxnSpPr>
        <p:spPr>
          <a:xfrm>
            <a:off x="0" y="647272"/>
            <a:ext cx="9144000" cy="0"/>
          </a:xfrm>
          <a:prstGeom prst="line">
            <a:avLst/>
          </a:prstGeom>
          <a:ln w="6350"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72E331ED-8C2E-4B5E-B6AD-4B1B82203259}"/>
              </a:ext>
            </a:extLst>
          </p:cNvPr>
          <p:cNvSpPr/>
          <p:nvPr/>
        </p:nvSpPr>
        <p:spPr>
          <a:xfrm>
            <a:off x="194310" y="18394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实验结果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778160-CDEE-4670-84A9-753063E1E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68" y="810902"/>
            <a:ext cx="8352264" cy="568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55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论文蓝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65FAA"/>
      </a:accent1>
      <a:accent2>
        <a:srgbClr val="4472C4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3493</TotalTime>
  <Words>150</Words>
  <Application>Microsoft Office PowerPoint</Application>
  <PresentationFormat>全屏显示(4:3)</PresentationFormat>
  <Paragraphs>30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Liberation Serif</vt:lpstr>
      <vt:lpstr>等线</vt:lpstr>
      <vt:lpstr>微软雅黑</vt:lpstr>
      <vt:lpstr>Arial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蒋金晟</dc:creator>
  <cp:lastModifiedBy>meng kang</cp:lastModifiedBy>
  <cp:revision>192</cp:revision>
  <dcterms:created xsi:type="dcterms:W3CDTF">2015-04-19T07:39:12Z</dcterms:created>
  <dcterms:modified xsi:type="dcterms:W3CDTF">2020-01-16T02:03:00Z</dcterms:modified>
</cp:coreProperties>
</file>